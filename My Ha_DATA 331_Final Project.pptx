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6" r:id="rId1"/>
  </p:sldMasterIdLst>
  <p:notesMasterIdLst>
    <p:notesMasterId r:id="rId13"/>
  </p:notesMasterIdLst>
  <p:sldIdLst>
    <p:sldId id="256" r:id="rId2"/>
    <p:sldId id="258" r:id="rId3"/>
    <p:sldId id="257" r:id="rId4"/>
    <p:sldId id="264" r:id="rId5"/>
    <p:sldId id="261" r:id="rId6"/>
    <p:sldId id="268" r:id="rId7"/>
    <p:sldId id="260" r:id="rId8"/>
    <p:sldId id="269" r:id="rId9"/>
    <p:sldId id="259" r:id="rId10"/>
    <p:sldId id="298" r:id="rId11"/>
    <p:sldId id="265" r:id="rId12"/>
  </p:sldIdLst>
  <p:sldSz cx="9144000" cy="5143500" type="screen16x9"/>
  <p:notesSz cx="6858000" cy="9144000"/>
  <p:embeddedFontLst>
    <p:embeddedFont>
      <p:font typeface="Albert Sans" panose="020B0604020202020204" charset="0"/>
      <p:regular r:id="rId14"/>
      <p:bold r:id="rId15"/>
      <p:italic r:id="rId16"/>
      <p:boldItalic r:id="rId17"/>
    </p:embeddedFont>
    <p:embeddedFont>
      <p:font typeface="Albert Sans Black" panose="020B0604020202020204" charset="0"/>
      <p:bold r:id="rId18"/>
      <p:boldItalic r:id="rId19"/>
    </p:embeddedFont>
    <p:embeddedFont>
      <p:font typeface="Albert Sans ExtraBold" panose="020B0604020202020204" charset="0"/>
      <p:bold r:id="rId20"/>
      <p:boldItalic r:id="rId21"/>
    </p:embeddedFont>
    <p:embeddedFont>
      <p:font typeface="Assistant" pitchFamily="2" charset="-79"/>
      <p:regular r:id="rId22"/>
      <p:bold r:id="rId23"/>
    </p:embeddedFont>
    <p:embeddedFont>
      <p:font typeface="Nunito Light" pitchFamily="2" charset="0"/>
      <p:regular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F17636F-AAF3-420A-AC11-413A8FEF964B}">
  <a:tblStyle styleId="{EF17636F-AAF3-420A-AC11-413A8FEF96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D4735E1-ADB3-495A-A8A6-A0B5EEFC84D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>
        <p:scale>
          <a:sx n="110" d="100"/>
          <a:sy n="110" d="100"/>
        </p:scale>
        <p:origin x="662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9e095bcfe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9e095bcfe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1ff18b49f31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1ff18b49f31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1125d80b419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1125d80b419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1ff18b49f31_1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1ff18b49f31_1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13376c313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13376c313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204a4cecdb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204a4cecdb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125d80b419_0_2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125d80b419_0_2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9">
          <a:extLst>
            <a:ext uri="{FF2B5EF4-FFF2-40B4-BE49-F238E27FC236}">
              <a16:creationId xmlns:a16="http://schemas.microsoft.com/office/drawing/2014/main" id="{A0CD8101-4A1E-F2B1-73CE-B60CA421A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g1125d80b419_0_200:notes">
            <a:extLst>
              <a:ext uri="{FF2B5EF4-FFF2-40B4-BE49-F238E27FC236}">
                <a16:creationId xmlns:a16="http://schemas.microsoft.com/office/drawing/2014/main" id="{1CE16BE5-F786-D628-16A8-82C3B373D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1" name="Google Shape;671;g1125d80b419_0_200:notes">
            <a:extLst>
              <a:ext uri="{FF2B5EF4-FFF2-40B4-BE49-F238E27FC236}">
                <a16:creationId xmlns:a16="http://schemas.microsoft.com/office/drawing/2014/main" id="{FD1A2A11-EE98-D72F-BEE9-209FB61B0D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1046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1ff18b49f31_1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ff18b49f31_1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761669"/>
            <a:ext cx="4924200" cy="32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700"/>
              <a:buNone/>
              <a:defRPr sz="5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5100" y="3993164"/>
            <a:ext cx="35952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1034200" y="-719700"/>
            <a:ext cx="10753325" cy="5664639"/>
            <a:chOff x="-1034200" y="-719700"/>
            <a:chExt cx="10753325" cy="5664639"/>
          </a:xfrm>
        </p:grpSpPr>
        <p:sp>
          <p:nvSpPr>
            <p:cNvPr id="13" name="Google Shape;13;p2"/>
            <p:cNvSpPr/>
            <p:nvPr/>
          </p:nvSpPr>
          <p:spPr>
            <a:xfrm>
              <a:off x="-1034200" y="-719700"/>
              <a:ext cx="1749300" cy="1749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1352045" flipH="1">
              <a:off x="4437245" y="185698"/>
              <a:ext cx="269611" cy="269615"/>
            </a:xfrm>
            <a:custGeom>
              <a:avLst/>
              <a:gdLst/>
              <a:ahLst/>
              <a:cxnLst/>
              <a:rect l="l" t="t" r="r" b="b"/>
              <a:pathLst>
                <a:path w="210" h="210" extrusionOk="0">
                  <a:moveTo>
                    <a:pt x="163" y="210"/>
                  </a:moveTo>
                  <a:lnTo>
                    <a:pt x="105" y="152"/>
                  </a:lnTo>
                  <a:lnTo>
                    <a:pt x="47" y="209"/>
                  </a:lnTo>
                  <a:lnTo>
                    <a:pt x="0" y="163"/>
                  </a:lnTo>
                  <a:lnTo>
                    <a:pt x="57" y="105"/>
                  </a:lnTo>
                  <a:lnTo>
                    <a:pt x="0" y="47"/>
                  </a:lnTo>
                  <a:lnTo>
                    <a:pt x="47" y="0"/>
                  </a:lnTo>
                  <a:lnTo>
                    <a:pt x="105" y="58"/>
                  </a:lnTo>
                  <a:lnTo>
                    <a:pt x="162" y="0"/>
                  </a:lnTo>
                  <a:lnTo>
                    <a:pt x="209" y="47"/>
                  </a:lnTo>
                  <a:lnTo>
                    <a:pt x="152" y="105"/>
                  </a:lnTo>
                  <a:lnTo>
                    <a:pt x="210" y="163"/>
                  </a:lnTo>
                  <a:lnTo>
                    <a:pt x="163" y="210"/>
                  </a:lnTo>
                  <a:close/>
                  <a:moveTo>
                    <a:pt x="105" y="137"/>
                  </a:moveTo>
                  <a:lnTo>
                    <a:pt x="163" y="194"/>
                  </a:lnTo>
                  <a:lnTo>
                    <a:pt x="194" y="163"/>
                  </a:lnTo>
                  <a:lnTo>
                    <a:pt x="136" y="105"/>
                  </a:lnTo>
                  <a:lnTo>
                    <a:pt x="193" y="47"/>
                  </a:lnTo>
                  <a:lnTo>
                    <a:pt x="162" y="16"/>
                  </a:lnTo>
                  <a:lnTo>
                    <a:pt x="105" y="73"/>
                  </a:lnTo>
                  <a:lnTo>
                    <a:pt x="47" y="16"/>
                  </a:lnTo>
                  <a:lnTo>
                    <a:pt x="16" y="47"/>
                  </a:lnTo>
                  <a:lnTo>
                    <a:pt x="74" y="105"/>
                  </a:lnTo>
                  <a:lnTo>
                    <a:pt x="16" y="163"/>
                  </a:lnTo>
                  <a:lnTo>
                    <a:pt x="47" y="194"/>
                  </a:lnTo>
                  <a:lnTo>
                    <a:pt x="105" y="1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rot="1352047" flipH="1">
              <a:off x="300068" y="1156543"/>
              <a:ext cx="116831" cy="11683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 rot="1352049" flipH="1">
              <a:off x="4893256" y="112581"/>
              <a:ext cx="84735" cy="84736"/>
            </a:xfrm>
            <a:custGeom>
              <a:avLst/>
              <a:gdLst/>
              <a:ahLst/>
              <a:cxnLst/>
              <a:rect l="l" t="t" r="r" b="b"/>
              <a:pathLst>
                <a:path w="70" h="70" extrusionOk="0">
                  <a:moveTo>
                    <a:pt x="35" y="0"/>
                  </a:moveTo>
                  <a:cubicBezTo>
                    <a:pt x="55" y="0"/>
                    <a:pt x="70" y="15"/>
                    <a:pt x="70" y="35"/>
                  </a:cubicBezTo>
                  <a:cubicBezTo>
                    <a:pt x="70" y="54"/>
                    <a:pt x="55" y="70"/>
                    <a:pt x="35" y="70"/>
                  </a:cubicBezTo>
                  <a:cubicBezTo>
                    <a:pt x="16" y="70"/>
                    <a:pt x="0" y="54"/>
                    <a:pt x="0" y="35"/>
                  </a:cubicBezTo>
                  <a:cubicBezTo>
                    <a:pt x="0" y="15"/>
                    <a:pt x="16" y="0"/>
                    <a:pt x="35" y="0"/>
                  </a:cubicBezTo>
                  <a:close/>
                  <a:moveTo>
                    <a:pt x="57" y="35"/>
                  </a:moveTo>
                  <a:cubicBezTo>
                    <a:pt x="57" y="23"/>
                    <a:pt x="47" y="13"/>
                    <a:pt x="35" y="13"/>
                  </a:cubicBezTo>
                  <a:cubicBezTo>
                    <a:pt x="23" y="13"/>
                    <a:pt x="13" y="23"/>
                    <a:pt x="13" y="35"/>
                  </a:cubicBezTo>
                  <a:cubicBezTo>
                    <a:pt x="13" y="47"/>
                    <a:pt x="23" y="57"/>
                    <a:pt x="35" y="57"/>
                  </a:cubicBezTo>
                  <a:cubicBezTo>
                    <a:pt x="47" y="57"/>
                    <a:pt x="57" y="47"/>
                    <a:pt x="57" y="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 rot="1352050" flipH="1">
              <a:off x="8679683" y="246685"/>
              <a:ext cx="147643" cy="147646"/>
            </a:xfrm>
            <a:custGeom>
              <a:avLst/>
              <a:gdLst/>
              <a:ahLst/>
              <a:cxnLst/>
              <a:rect l="l" t="t" r="r" b="b"/>
              <a:pathLst>
                <a:path w="115" h="115" extrusionOk="0">
                  <a:moveTo>
                    <a:pt x="115" y="47"/>
                  </a:moveTo>
                  <a:lnTo>
                    <a:pt x="68" y="115"/>
                  </a:lnTo>
                  <a:lnTo>
                    <a:pt x="0" y="68"/>
                  </a:lnTo>
                  <a:lnTo>
                    <a:pt x="47" y="0"/>
                  </a:lnTo>
                  <a:lnTo>
                    <a:pt x="115" y="4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 rot="1352050" flipH="1">
              <a:off x="571067" y="364703"/>
              <a:ext cx="147643" cy="147646"/>
            </a:xfrm>
            <a:custGeom>
              <a:avLst/>
              <a:gdLst/>
              <a:ahLst/>
              <a:cxnLst/>
              <a:rect l="l" t="t" r="r" b="b"/>
              <a:pathLst>
                <a:path w="115" h="115" extrusionOk="0">
                  <a:moveTo>
                    <a:pt x="115" y="47"/>
                  </a:moveTo>
                  <a:lnTo>
                    <a:pt x="68" y="115"/>
                  </a:lnTo>
                  <a:lnTo>
                    <a:pt x="0" y="69"/>
                  </a:lnTo>
                  <a:lnTo>
                    <a:pt x="47" y="0"/>
                  </a:lnTo>
                  <a:lnTo>
                    <a:pt x="115" y="4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 rot="1352050" flipH="1">
              <a:off x="8775155" y="1044265"/>
              <a:ext cx="240081" cy="241369"/>
            </a:xfrm>
            <a:custGeom>
              <a:avLst/>
              <a:gdLst/>
              <a:ahLst/>
              <a:cxnLst/>
              <a:rect l="l" t="t" r="r" b="b"/>
              <a:pathLst>
                <a:path w="187" h="188" extrusionOk="0">
                  <a:moveTo>
                    <a:pt x="187" y="135"/>
                  </a:moveTo>
                  <a:lnTo>
                    <a:pt x="52" y="188"/>
                  </a:lnTo>
                  <a:lnTo>
                    <a:pt x="0" y="53"/>
                  </a:lnTo>
                  <a:lnTo>
                    <a:pt x="135" y="0"/>
                  </a:lnTo>
                  <a:lnTo>
                    <a:pt x="187" y="135"/>
                  </a:lnTo>
                  <a:close/>
                  <a:moveTo>
                    <a:pt x="56" y="178"/>
                  </a:moveTo>
                  <a:lnTo>
                    <a:pt x="177" y="131"/>
                  </a:lnTo>
                  <a:lnTo>
                    <a:pt x="130" y="11"/>
                  </a:lnTo>
                  <a:lnTo>
                    <a:pt x="10" y="57"/>
                  </a:lnTo>
                  <a:lnTo>
                    <a:pt x="56" y="178"/>
                  </a:lnTo>
                  <a:close/>
                  <a:moveTo>
                    <a:pt x="152" y="120"/>
                  </a:moveTo>
                  <a:lnTo>
                    <a:pt x="68" y="152"/>
                  </a:lnTo>
                  <a:lnTo>
                    <a:pt x="35" y="68"/>
                  </a:lnTo>
                  <a:lnTo>
                    <a:pt x="119" y="36"/>
                  </a:lnTo>
                  <a:lnTo>
                    <a:pt x="152" y="120"/>
                  </a:lnTo>
                  <a:close/>
                  <a:moveTo>
                    <a:pt x="72" y="142"/>
                  </a:moveTo>
                  <a:lnTo>
                    <a:pt x="141" y="116"/>
                  </a:lnTo>
                  <a:lnTo>
                    <a:pt x="115" y="47"/>
                  </a:lnTo>
                  <a:lnTo>
                    <a:pt x="45" y="73"/>
                  </a:lnTo>
                  <a:lnTo>
                    <a:pt x="72" y="14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" name="Google Shape;20;p2"/>
            <p:cNvGrpSpPr/>
            <p:nvPr/>
          </p:nvGrpSpPr>
          <p:grpSpPr>
            <a:xfrm>
              <a:off x="4880239" y="4742045"/>
              <a:ext cx="287205" cy="202895"/>
              <a:chOff x="4880239" y="4742045"/>
              <a:chExt cx="287205" cy="202895"/>
            </a:xfrm>
          </p:grpSpPr>
          <p:sp>
            <p:nvSpPr>
              <p:cNvPr id="21" name="Google Shape;21;p2"/>
              <p:cNvSpPr/>
              <p:nvPr/>
            </p:nvSpPr>
            <p:spPr>
              <a:xfrm rot="1352049" flipH="1">
                <a:off x="4900333" y="4793890"/>
                <a:ext cx="130954" cy="130956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8" extrusionOk="0">
                    <a:moveTo>
                      <a:pt x="78" y="13"/>
                    </a:moveTo>
                    <a:cubicBezTo>
                      <a:pt x="100" y="26"/>
                      <a:pt x="108" y="55"/>
                      <a:pt x="96" y="77"/>
                    </a:cubicBezTo>
                    <a:cubicBezTo>
                      <a:pt x="83" y="100"/>
                      <a:pt x="54" y="108"/>
                      <a:pt x="31" y="95"/>
                    </a:cubicBezTo>
                    <a:cubicBezTo>
                      <a:pt x="8" y="82"/>
                      <a:pt x="0" y="53"/>
                      <a:pt x="13" y="31"/>
                    </a:cubicBezTo>
                    <a:cubicBezTo>
                      <a:pt x="26" y="8"/>
                      <a:pt x="55" y="0"/>
                      <a:pt x="7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 rot="1352051" flipH="1">
                <a:off x="5077358" y="4754110"/>
                <a:ext cx="78315" cy="7703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4" extrusionOk="0">
                    <a:moveTo>
                      <a:pt x="46" y="7"/>
                    </a:moveTo>
                    <a:cubicBezTo>
                      <a:pt x="60" y="15"/>
                      <a:pt x="65" y="32"/>
                      <a:pt x="57" y="46"/>
                    </a:cubicBezTo>
                    <a:cubicBezTo>
                      <a:pt x="49" y="59"/>
                      <a:pt x="32" y="64"/>
                      <a:pt x="18" y="56"/>
                    </a:cubicBezTo>
                    <a:cubicBezTo>
                      <a:pt x="5" y="49"/>
                      <a:pt x="0" y="32"/>
                      <a:pt x="8" y="18"/>
                    </a:cubicBezTo>
                    <a:cubicBezTo>
                      <a:pt x="15" y="4"/>
                      <a:pt x="33" y="0"/>
                      <a:pt x="46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" name="Google Shape;23;p2"/>
            <p:cNvSpPr/>
            <p:nvPr/>
          </p:nvSpPr>
          <p:spPr>
            <a:xfrm rot="1352050" flipH="1">
              <a:off x="186322" y="229821"/>
              <a:ext cx="127102" cy="127104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8147725" y="-719700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166813" y="4427526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127" y="228"/>
                  </a:moveTo>
                  <a:lnTo>
                    <a:pt x="0" y="126"/>
                  </a:lnTo>
                  <a:lnTo>
                    <a:pt x="103" y="0"/>
                  </a:lnTo>
                  <a:lnTo>
                    <a:pt x="228" y="103"/>
                  </a:lnTo>
                  <a:lnTo>
                    <a:pt x="127" y="228"/>
                  </a:lnTo>
                  <a:close/>
                  <a:moveTo>
                    <a:pt x="13" y="125"/>
                  </a:moveTo>
                  <a:lnTo>
                    <a:pt x="125" y="215"/>
                  </a:lnTo>
                  <a:lnTo>
                    <a:pt x="215" y="104"/>
                  </a:lnTo>
                  <a:lnTo>
                    <a:pt x="105" y="13"/>
                  </a:lnTo>
                  <a:lnTo>
                    <a:pt x="13" y="125"/>
                  </a:lnTo>
                  <a:close/>
                  <a:moveTo>
                    <a:pt x="121" y="186"/>
                  </a:moveTo>
                  <a:lnTo>
                    <a:pt x="44" y="121"/>
                  </a:lnTo>
                  <a:lnTo>
                    <a:pt x="107" y="44"/>
                  </a:lnTo>
                  <a:lnTo>
                    <a:pt x="186" y="107"/>
                  </a:lnTo>
                  <a:lnTo>
                    <a:pt x="121" y="186"/>
                  </a:lnTo>
                  <a:close/>
                  <a:moveTo>
                    <a:pt x="56" y="120"/>
                  </a:moveTo>
                  <a:lnTo>
                    <a:pt x="120" y="173"/>
                  </a:lnTo>
                  <a:lnTo>
                    <a:pt x="173" y="108"/>
                  </a:lnTo>
                  <a:lnTo>
                    <a:pt x="109" y="55"/>
                  </a:lnTo>
                  <a:lnTo>
                    <a:pt x="56" y="1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6232002" y="4608497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" name="Google Shape;27;p2"/>
            <p:cNvGrpSpPr/>
            <p:nvPr/>
          </p:nvGrpSpPr>
          <p:grpSpPr>
            <a:xfrm rot="4119212">
              <a:off x="8497649" y="3574392"/>
              <a:ext cx="219902" cy="194208"/>
              <a:chOff x="8617855" y="966235"/>
              <a:chExt cx="62230" cy="54957"/>
            </a:xfrm>
          </p:grpSpPr>
          <p:sp>
            <p:nvSpPr>
              <p:cNvPr id="28" name="Google Shape;28;p2"/>
              <p:cNvSpPr/>
              <p:nvPr/>
            </p:nvSpPr>
            <p:spPr>
              <a:xfrm>
                <a:off x="8646141" y="966235"/>
                <a:ext cx="33944" cy="34752"/>
              </a:xfrm>
              <a:custGeom>
                <a:avLst/>
                <a:gdLst/>
                <a:ahLst/>
                <a:cxnLst/>
                <a:rect l="l" t="t" r="r" b="b"/>
                <a:pathLst>
                  <a:path w="42" h="43" extrusionOk="0">
                    <a:moveTo>
                      <a:pt x="21" y="14"/>
                    </a:moveTo>
                    <a:lnTo>
                      <a:pt x="42" y="0"/>
                    </a:lnTo>
                    <a:lnTo>
                      <a:pt x="29" y="22"/>
                    </a:lnTo>
                    <a:lnTo>
                      <a:pt x="42" y="43"/>
                    </a:lnTo>
                    <a:lnTo>
                      <a:pt x="21" y="28"/>
                    </a:lnTo>
                    <a:lnTo>
                      <a:pt x="0" y="43"/>
                    </a:lnTo>
                    <a:lnTo>
                      <a:pt x="14" y="22"/>
                    </a:lnTo>
                    <a:lnTo>
                      <a:pt x="0" y="0"/>
                    </a:lnTo>
                    <a:lnTo>
                      <a:pt x="21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" name="Google Shape;29;p2"/>
              <p:cNvSpPr/>
              <p:nvPr/>
            </p:nvSpPr>
            <p:spPr>
              <a:xfrm>
                <a:off x="8617855" y="998563"/>
                <a:ext cx="23437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6" y="17"/>
                    </a:moveTo>
                    <a:lnTo>
                      <a:pt x="9" y="28"/>
                    </a:lnTo>
                    <a:lnTo>
                      <a:pt x="12" y="15"/>
                    </a:lnTo>
                    <a:lnTo>
                      <a:pt x="0" y="7"/>
                    </a:lnTo>
                    <a:lnTo>
                      <a:pt x="13" y="10"/>
                    </a:lnTo>
                    <a:lnTo>
                      <a:pt x="21" y="0"/>
                    </a:lnTo>
                    <a:lnTo>
                      <a:pt x="18" y="12"/>
                    </a:lnTo>
                    <a:lnTo>
                      <a:pt x="29" y="20"/>
                    </a:lnTo>
                    <a:lnTo>
                      <a:pt x="16" y="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3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3"/>
          <p:cNvSpPr txBox="1">
            <a:spLocks noGrp="1"/>
          </p:cNvSpPr>
          <p:nvPr>
            <p:ph type="title"/>
          </p:nvPr>
        </p:nvSpPr>
        <p:spPr>
          <a:xfrm>
            <a:off x="3609525" y="2716900"/>
            <a:ext cx="3787500" cy="10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33" name="Google Shape;33;p3"/>
          <p:cNvSpPr txBox="1">
            <a:spLocks noGrp="1"/>
          </p:cNvSpPr>
          <p:nvPr>
            <p:ph type="title" idx="2" hasCustomPrompt="1"/>
          </p:nvPr>
        </p:nvSpPr>
        <p:spPr>
          <a:xfrm>
            <a:off x="6168500" y="1414113"/>
            <a:ext cx="1228500" cy="11895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5000">
                <a:solidFill>
                  <a:schemeClr val="accent4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 sz="6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34" name="Google Shape;34;p3"/>
          <p:cNvGrpSpPr/>
          <p:nvPr/>
        </p:nvGrpSpPr>
        <p:grpSpPr>
          <a:xfrm>
            <a:off x="-856300" y="-1804725"/>
            <a:ext cx="11480000" cy="6744225"/>
            <a:chOff x="-856300" y="-1804725"/>
            <a:chExt cx="11480000" cy="6744225"/>
          </a:xfrm>
        </p:grpSpPr>
        <p:sp>
          <p:nvSpPr>
            <p:cNvPr id="35" name="Google Shape;35;p3"/>
            <p:cNvSpPr/>
            <p:nvPr/>
          </p:nvSpPr>
          <p:spPr>
            <a:xfrm>
              <a:off x="7752100" y="-1804725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6" name="Google Shape;36;p3"/>
            <p:cNvSpPr/>
            <p:nvPr/>
          </p:nvSpPr>
          <p:spPr>
            <a:xfrm>
              <a:off x="-856300" y="-504525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8597538" y="18933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127" y="228"/>
                  </a:moveTo>
                  <a:lnTo>
                    <a:pt x="0" y="126"/>
                  </a:lnTo>
                  <a:lnTo>
                    <a:pt x="103" y="0"/>
                  </a:lnTo>
                  <a:lnTo>
                    <a:pt x="228" y="103"/>
                  </a:lnTo>
                  <a:lnTo>
                    <a:pt x="127" y="228"/>
                  </a:lnTo>
                  <a:close/>
                  <a:moveTo>
                    <a:pt x="13" y="125"/>
                  </a:moveTo>
                  <a:lnTo>
                    <a:pt x="125" y="215"/>
                  </a:lnTo>
                  <a:lnTo>
                    <a:pt x="215" y="104"/>
                  </a:lnTo>
                  <a:lnTo>
                    <a:pt x="105" y="13"/>
                  </a:lnTo>
                  <a:lnTo>
                    <a:pt x="13" y="125"/>
                  </a:lnTo>
                  <a:close/>
                  <a:moveTo>
                    <a:pt x="121" y="186"/>
                  </a:moveTo>
                  <a:lnTo>
                    <a:pt x="44" y="121"/>
                  </a:lnTo>
                  <a:lnTo>
                    <a:pt x="107" y="44"/>
                  </a:lnTo>
                  <a:lnTo>
                    <a:pt x="186" y="107"/>
                  </a:lnTo>
                  <a:lnTo>
                    <a:pt x="121" y="186"/>
                  </a:lnTo>
                  <a:close/>
                  <a:moveTo>
                    <a:pt x="56" y="120"/>
                  </a:moveTo>
                  <a:lnTo>
                    <a:pt x="120" y="173"/>
                  </a:lnTo>
                  <a:lnTo>
                    <a:pt x="173" y="108"/>
                  </a:lnTo>
                  <a:lnTo>
                    <a:pt x="109" y="55"/>
                  </a:lnTo>
                  <a:lnTo>
                    <a:pt x="56" y="1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" name="Google Shape;38;p3"/>
            <p:cNvGrpSpPr/>
            <p:nvPr/>
          </p:nvGrpSpPr>
          <p:grpSpPr>
            <a:xfrm>
              <a:off x="8292801" y="4752175"/>
              <a:ext cx="193675" cy="187325"/>
              <a:chOff x="1053101" y="4428650"/>
              <a:chExt cx="193675" cy="187325"/>
            </a:xfrm>
          </p:grpSpPr>
          <p:sp>
            <p:nvSpPr>
              <p:cNvPr id="39" name="Google Shape;39;p3"/>
              <p:cNvSpPr/>
              <p:nvPr/>
            </p:nvSpPr>
            <p:spPr>
              <a:xfrm>
                <a:off x="1097551" y="4428650"/>
                <a:ext cx="104775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8" extrusionOk="0">
                    <a:moveTo>
                      <a:pt x="48" y="118"/>
                    </a:moveTo>
                    <a:lnTo>
                      <a:pt x="0" y="8"/>
                    </a:lnTo>
                    <a:lnTo>
                      <a:pt x="18" y="0"/>
                    </a:lnTo>
                    <a:lnTo>
                      <a:pt x="66" y="111"/>
                    </a:lnTo>
                    <a:lnTo>
                      <a:pt x="48" y="1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1053101" y="4469925"/>
                <a:ext cx="193675" cy="10636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7" extrusionOk="0">
                    <a:moveTo>
                      <a:pt x="8" y="67"/>
                    </a:moveTo>
                    <a:lnTo>
                      <a:pt x="0" y="49"/>
                    </a:lnTo>
                    <a:lnTo>
                      <a:pt x="114" y="0"/>
                    </a:lnTo>
                    <a:lnTo>
                      <a:pt x="122" y="18"/>
                    </a:lnTo>
                    <a:lnTo>
                      <a:pt x="8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1" name="Google Shape;41;p3"/>
            <p:cNvSpPr/>
            <p:nvPr/>
          </p:nvSpPr>
          <p:spPr>
            <a:xfrm rot="-1319181">
              <a:off x="246517" y="4383017"/>
              <a:ext cx="212421" cy="212422"/>
            </a:xfrm>
            <a:custGeom>
              <a:avLst/>
              <a:gdLst/>
              <a:ahLst/>
              <a:cxnLst/>
              <a:rect l="l" t="t" r="r" b="b"/>
              <a:pathLst>
                <a:path w="234" h="234" extrusionOk="0">
                  <a:moveTo>
                    <a:pt x="182" y="234"/>
                  </a:moveTo>
                  <a:lnTo>
                    <a:pt x="117" y="170"/>
                  </a:lnTo>
                  <a:lnTo>
                    <a:pt x="52" y="234"/>
                  </a:lnTo>
                  <a:lnTo>
                    <a:pt x="0" y="181"/>
                  </a:lnTo>
                  <a:lnTo>
                    <a:pt x="64" y="117"/>
                  </a:lnTo>
                  <a:lnTo>
                    <a:pt x="0" y="52"/>
                  </a:lnTo>
                  <a:lnTo>
                    <a:pt x="52" y="0"/>
                  </a:lnTo>
                  <a:lnTo>
                    <a:pt x="117" y="64"/>
                  </a:lnTo>
                  <a:lnTo>
                    <a:pt x="182" y="0"/>
                  </a:lnTo>
                  <a:lnTo>
                    <a:pt x="233" y="52"/>
                  </a:lnTo>
                  <a:lnTo>
                    <a:pt x="169" y="117"/>
                  </a:lnTo>
                  <a:lnTo>
                    <a:pt x="234" y="181"/>
                  </a:lnTo>
                  <a:lnTo>
                    <a:pt x="182" y="234"/>
                  </a:lnTo>
                  <a:close/>
                  <a:moveTo>
                    <a:pt x="117" y="152"/>
                  </a:moveTo>
                  <a:lnTo>
                    <a:pt x="182" y="217"/>
                  </a:lnTo>
                  <a:lnTo>
                    <a:pt x="216" y="181"/>
                  </a:lnTo>
                  <a:lnTo>
                    <a:pt x="152" y="117"/>
                  </a:lnTo>
                  <a:lnTo>
                    <a:pt x="216" y="52"/>
                  </a:lnTo>
                  <a:lnTo>
                    <a:pt x="182" y="18"/>
                  </a:lnTo>
                  <a:lnTo>
                    <a:pt x="117" y="82"/>
                  </a:lnTo>
                  <a:lnTo>
                    <a:pt x="52" y="18"/>
                  </a:lnTo>
                  <a:lnTo>
                    <a:pt x="17" y="52"/>
                  </a:lnTo>
                  <a:lnTo>
                    <a:pt x="81" y="117"/>
                  </a:lnTo>
                  <a:lnTo>
                    <a:pt x="17" y="181"/>
                  </a:lnTo>
                  <a:lnTo>
                    <a:pt x="52" y="216"/>
                  </a:lnTo>
                  <a:lnTo>
                    <a:pt x="117" y="15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" name="Google Shape;42;p3"/>
            <p:cNvGrpSpPr/>
            <p:nvPr/>
          </p:nvGrpSpPr>
          <p:grpSpPr>
            <a:xfrm>
              <a:off x="296540" y="189343"/>
              <a:ext cx="189673" cy="183653"/>
              <a:chOff x="861601" y="2668549"/>
              <a:chExt cx="219758" cy="212783"/>
            </a:xfrm>
          </p:grpSpPr>
          <p:sp>
            <p:nvSpPr>
              <p:cNvPr id="43" name="Google Shape;43;p3"/>
              <p:cNvSpPr/>
              <p:nvPr/>
            </p:nvSpPr>
            <p:spPr>
              <a:xfrm>
                <a:off x="940087" y="2668549"/>
                <a:ext cx="64533" cy="21278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22" extrusionOk="0">
                    <a:moveTo>
                      <a:pt x="0" y="120"/>
                    </a:moveTo>
                    <a:lnTo>
                      <a:pt x="17" y="0"/>
                    </a:lnTo>
                    <a:lnTo>
                      <a:pt x="37" y="3"/>
                    </a:lnTo>
                    <a:lnTo>
                      <a:pt x="19" y="122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861601" y="2743547"/>
                <a:ext cx="219758" cy="645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37" extrusionOk="0">
                    <a:moveTo>
                      <a:pt x="0" y="19"/>
                    </a:moveTo>
                    <a:lnTo>
                      <a:pt x="4" y="0"/>
                    </a:lnTo>
                    <a:lnTo>
                      <a:pt x="126" y="16"/>
                    </a:lnTo>
                    <a:lnTo>
                      <a:pt x="123" y="37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4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4"/>
          <p:cNvSpPr txBox="1">
            <a:spLocks noGrp="1"/>
          </p:cNvSpPr>
          <p:nvPr>
            <p:ph type="body" idx="1"/>
          </p:nvPr>
        </p:nvSpPr>
        <p:spPr>
          <a:xfrm>
            <a:off x="720000" y="1076275"/>
            <a:ext cx="7704000" cy="37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9" name="Google Shape;49;p4"/>
          <p:cNvGrpSpPr/>
          <p:nvPr/>
        </p:nvGrpSpPr>
        <p:grpSpPr>
          <a:xfrm>
            <a:off x="-2383025" y="-1362825"/>
            <a:ext cx="12280425" cy="6658150"/>
            <a:chOff x="-2383025" y="-1362825"/>
            <a:chExt cx="12280425" cy="6658150"/>
          </a:xfrm>
        </p:grpSpPr>
        <p:sp>
          <p:nvSpPr>
            <p:cNvPr id="50" name="Google Shape;50;p4"/>
            <p:cNvSpPr/>
            <p:nvPr/>
          </p:nvSpPr>
          <p:spPr>
            <a:xfrm>
              <a:off x="5198775" y="-1362825"/>
              <a:ext cx="1749300" cy="1749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-2383025" y="1390350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8326000" y="3723925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4548763" y="4657563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127" y="228"/>
                  </a:moveTo>
                  <a:lnTo>
                    <a:pt x="0" y="126"/>
                  </a:lnTo>
                  <a:lnTo>
                    <a:pt x="103" y="0"/>
                  </a:lnTo>
                  <a:lnTo>
                    <a:pt x="228" y="103"/>
                  </a:lnTo>
                  <a:lnTo>
                    <a:pt x="127" y="228"/>
                  </a:lnTo>
                  <a:close/>
                  <a:moveTo>
                    <a:pt x="13" y="125"/>
                  </a:moveTo>
                  <a:lnTo>
                    <a:pt x="125" y="215"/>
                  </a:lnTo>
                  <a:lnTo>
                    <a:pt x="215" y="104"/>
                  </a:lnTo>
                  <a:lnTo>
                    <a:pt x="105" y="13"/>
                  </a:lnTo>
                  <a:lnTo>
                    <a:pt x="13" y="125"/>
                  </a:lnTo>
                  <a:close/>
                  <a:moveTo>
                    <a:pt x="121" y="186"/>
                  </a:moveTo>
                  <a:lnTo>
                    <a:pt x="44" y="121"/>
                  </a:lnTo>
                  <a:lnTo>
                    <a:pt x="107" y="44"/>
                  </a:lnTo>
                  <a:lnTo>
                    <a:pt x="186" y="107"/>
                  </a:lnTo>
                  <a:lnTo>
                    <a:pt x="121" y="186"/>
                  </a:lnTo>
                  <a:close/>
                  <a:moveTo>
                    <a:pt x="56" y="120"/>
                  </a:moveTo>
                  <a:lnTo>
                    <a:pt x="120" y="173"/>
                  </a:lnTo>
                  <a:lnTo>
                    <a:pt x="173" y="108"/>
                  </a:lnTo>
                  <a:lnTo>
                    <a:pt x="109" y="55"/>
                  </a:lnTo>
                  <a:lnTo>
                    <a:pt x="56" y="12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266802" y="265760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4"/>
            <p:cNvSpPr/>
            <p:nvPr/>
          </p:nvSpPr>
          <p:spPr>
            <a:xfrm rot="1352040" flipH="1">
              <a:off x="5461583" y="117344"/>
              <a:ext cx="187621" cy="18762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4"/>
            <p:cNvSpPr/>
            <p:nvPr/>
          </p:nvSpPr>
          <p:spPr>
            <a:xfrm rot="1352050" flipH="1">
              <a:off x="145792" y="3613678"/>
              <a:ext cx="147643" cy="147646"/>
            </a:xfrm>
            <a:custGeom>
              <a:avLst/>
              <a:gdLst/>
              <a:ahLst/>
              <a:cxnLst/>
              <a:rect l="l" t="t" r="r" b="b"/>
              <a:pathLst>
                <a:path w="115" h="115" extrusionOk="0">
                  <a:moveTo>
                    <a:pt x="115" y="47"/>
                  </a:moveTo>
                  <a:lnTo>
                    <a:pt x="68" y="115"/>
                  </a:lnTo>
                  <a:lnTo>
                    <a:pt x="0" y="69"/>
                  </a:lnTo>
                  <a:lnTo>
                    <a:pt x="47" y="0"/>
                  </a:lnTo>
                  <a:lnTo>
                    <a:pt x="115" y="4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4"/>
            <p:cNvSpPr/>
            <p:nvPr/>
          </p:nvSpPr>
          <p:spPr>
            <a:xfrm rot="1352050" flipH="1">
              <a:off x="8696130" y="610690"/>
              <a:ext cx="240081" cy="241369"/>
            </a:xfrm>
            <a:custGeom>
              <a:avLst/>
              <a:gdLst/>
              <a:ahLst/>
              <a:cxnLst/>
              <a:rect l="l" t="t" r="r" b="b"/>
              <a:pathLst>
                <a:path w="187" h="188" extrusionOk="0">
                  <a:moveTo>
                    <a:pt x="187" y="135"/>
                  </a:moveTo>
                  <a:lnTo>
                    <a:pt x="52" y="188"/>
                  </a:lnTo>
                  <a:lnTo>
                    <a:pt x="0" y="53"/>
                  </a:lnTo>
                  <a:lnTo>
                    <a:pt x="135" y="0"/>
                  </a:lnTo>
                  <a:lnTo>
                    <a:pt x="187" y="135"/>
                  </a:lnTo>
                  <a:close/>
                  <a:moveTo>
                    <a:pt x="56" y="178"/>
                  </a:moveTo>
                  <a:lnTo>
                    <a:pt x="177" y="131"/>
                  </a:lnTo>
                  <a:lnTo>
                    <a:pt x="130" y="11"/>
                  </a:lnTo>
                  <a:lnTo>
                    <a:pt x="10" y="57"/>
                  </a:lnTo>
                  <a:lnTo>
                    <a:pt x="56" y="178"/>
                  </a:lnTo>
                  <a:close/>
                  <a:moveTo>
                    <a:pt x="152" y="120"/>
                  </a:moveTo>
                  <a:lnTo>
                    <a:pt x="68" y="152"/>
                  </a:lnTo>
                  <a:lnTo>
                    <a:pt x="35" y="68"/>
                  </a:lnTo>
                  <a:lnTo>
                    <a:pt x="119" y="36"/>
                  </a:lnTo>
                  <a:lnTo>
                    <a:pt x="152" y="120"/>
                  </a:lnTo>
                  <a:close/>
                  <a:moveTo>
                    <a:pt x="72" y="142"/>
                  </a:moveTo>
                  <a:lnTo>
                    <a:pt x="141" y="116"/>
                  </a:lnTo>
                  <a:lnTo>
                    <a:pt x="115" y="47"/>
                  </a:lnTo>
                  <a:lnTo>
                    <a:pt x="45" y="73"/>
                  </a:lnTo>
                  <a:lnTo>
                    <a:pt x="72" y="142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58;p4"/>
            <p:cNvSpPr/>
            <p:nvPr/>
          </p:nvSpPr>
          <p:spPr>
            <a:xfrm rot="4069167" flipH="1">
              <a:off x="8339578" y="4825422"/>
              <a:ext cx="178649" cy="178651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" name="Google Shape;59;p4"/>
            <p:cNvGrpSpPr/>
            <p:nvPr/>
          </p:nvGrpSpPr>
          <p:grpSpPr>
            <a:xfrm>
              <a:off x="8751589" y="2470295"/>
              <a:ext cx="287205" cy="202895"/>
              <a:chOff x="4880239" y="4742045"/>
              <a:chExt cx="287205" cy="202895"/>
            </a:xfrm>
          </p:grpSpPr>
          <p:sp>
            <p:nvSpPr>
              <p:cNvPr id="60" name="Google Shape;60;p4"/>
              <p:cNvSpPr/>
              <p:nvPr/>
            </p:nvSpPr>
            <p:spPr>
              <a:xfrm rot="1352049" flipH="1">
                <a:off x="4900333" y="4793890"/>
                <a:ext cx="130954" cy="130956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8" extrusionOk="0">
                    <a:moveTo>
                      <a:pt x="78" y="13"/>
                    </a:moveTo>
                    <a:cubicBezTo>
                      <a:pt x="100" y="26"/>
                      <a:pt x="108" y="55"/>
                      <a:pt x="96" y="77"/>
                    </a:cubicBezTo>
                    <a:cubicBezTo>
                      <a:pt x="83" y="100"/>
                      <a:pt x="54" y="108"/>
                      <a:pt x="31" y="95"/>
                    </a:cubicBezTo>
                    <a:cubicBezTo>
                      <a:pt x="8" y="82"/>
                      <a:pt x="0" y="53"/>
                      <a:pt x="13" y="31"/>
                    </a:cubicBezTo>
                    <a:cubicBezTo>
                      <a:pt x="26" y="8"/>
                      <a:pt x="55" y="0"/>
                      <a:pt x="7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 rot="1352051" flipH="1">
                <a:off x="5077358" y="4754110"/>
                <a:ext cx="78315" cy="7703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4" extrusionOk="0">
                    <a:moveTo>
                      <a:pt x="46" y="7"/>
                    </a:moveTo>
                    <a:cubicBezTo>
                      <a:pt x="60" y="15"/>
                      <a:pt x="65" y="32"/>
                      <a:pt x="57" y="46"/>
                    </a:cubicBezTo>
                    <a:cubicBezTo>
                      <a:pt x="49" y="59"/>
                      <a:pt x="32" y="64"/>
                      <a:pt x="18" y="56"/>
                    </a:cubicBezTo>
                    <a:cubicBezTo>
                      <a:pt x="5" y="49"/>
                      <a:pt x="0" y="32"/>
                      <a:pt x="8" y="18"/>
                    </a:cubicBezTo>
                    <a:cubicBezTo>
                      <a:pt x="15" y="4"/>
                      <a:pt x="33" y="0"/>
                      <a:pt x="46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>
            <a:spLocks noGrp="1"/>
          </p:cNvSpPr>
          <p:nvPr>
            <p:ph type="subTitle" idx="1"/>
          </p:nvPr>
        </p:nvSpPr>
        <p:spPr>
          <a:xfrm>
            <a:off x="1290763" y="2383550"/>
            <a:ext cx="2907600" cy="4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2"/>
          </p:nvPr>
        </p:nvSpPr>
        <p:spPr>
          <a:xfrm>
            <a:off x="4945638" y="2383550"/>
            <a:ext cx="2907600" cy="41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sp>
        <p:nvSpPr>
          <p:cNvPr id="66" name="Google Shape;66;p5"/>
          <p:cNvSpPr txBox="1">
            <a:spLocks noGrp="1"/>
          </p:cNvSpPr>
          <p:nvPr>
            <p:ph type="subTitle" idx="3"/>
          </p:nvPr>
        </p:nvSpPr>
        <p:spPr>
          <a:xfrm>
            <a:off x="1290763" y="2897500"/>
            <a:ext cx="2907600" cy="13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5"/>
          <p:cNvSpPr txBox="1">
            <a:spLocks noGrp="1"/>
          </p:cNvSpPr>
          <p:nvPr>
            <p:ph type="subTitle" idx="4"/>
          </p:nvPr>
        </p:nvSpPr>
        <p:spPr>
          <a:xfrm>
            <a:off x="4945638" y="2897500"/>
            <a:ext cx="2907600" cy="135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69" name="Google Shape;69;p5"/>
          <p:cNvGrpSpPr/>
          <p:nvPr/>
        </p:nvGrpSpPr>
        <p:grpSpPr>
          <a:xfrm>
            <a:off x="-494675" y="-1154750"/>
            <a:ext cx="10490075" cy="8428175"/>
            <a:chOff x="-494675" y="-1154750"/>
            <a:chExt cx="10490075" cy="8428175"/>
          </a:xfrm>
        </p:grpSpPr>
        <p:sp>
          <p:nvSpPr>
            <p:cNvPr id="70" name="Google Shape;70;p5"/>
            <p:cNvSpPr/>
            <p:nvPr/>
          </p:nvSpPr>
          <p:spPr>
            <a:xfrm>
              <a:off x="8424000" y="535000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-494675" y="4401825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-383450" y="-1154750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 rot="4005251">
              <a:off x="7636077" y="4688760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4" name="Google Shape;74;p5"/>
            <p:cNvGrpSpPr/>
            <p:nvPr/>
          </p:nvGrpSpPr>
          <p:grpSpPr>
            <a:xfrm>
              <a:off x="226414" y="4452550"/>
              <a:ext cx="193675" cy="187325"/>
              <a:chOff x="1053101" y="4428650"/>
              <a:chExt cx="193675" cy="187325"/>
            </a:xfrm>
          </p:grpSpPr>
          <p:sp>
            <p:nvSpPr>
              <p:cNvPr id="75" name="Google Shape;75;p5"/>
              <p:cNvSpPr/>
              <p:nvPr/>
            </p:nvSpPr>
            <p:spPr>
              <a:xfrm>
                <a:off x="1097551" y="4428650"/>
                <a:ext cx="104775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8" extrusionOk="0">
                    <a:moveTo>
                      <a:pt x="48" y="118"/>
                    </a:moveTo>
                    <a:lnTo>
                      <a:pt x="0" y="8"/>
                    </a:lnTo>
                    <a:lnTo>
                      <a:pt x="18" y="0"/>
                    </a:lnTo>
                    <a:lnTo>
                      <a:pt x="66" y="111"/>
                    </a:lnTo>
                    <a:lnTo>
                      <a:pt x="48" y="1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" name="Google Shape;76;p5"/>
              <p:cNvSpPr/>
              <p:nvPr/>
            </p:nvSpPr>
            <p:spPr>
              <a:xfrm>
                <a:off x="1053101" y="4469925"/>
                <a:ext cx="193675" cy="10636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7" extrusionOk="0">
                    <a:moveTo>
                      <a:pt x="8" y="67"/>
                    </a:moveTo>
                    <a:lnTo>
                      <a:pt x="0" y="49"/>
                    </a:lnTo>
                    <a:lnTo>
                      <a:pt x="114" y="0"/>
                    </a:lnTo>
                    <a:lnTo>
                      <a:pt x="122" y="18"/>
                    </a:lnTo>
                    <a:lnTo>
                      <a:pt x="8" y="6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" name="Google Shape;77;p5"/>
            <p:cNvSpPr/>
            <p:nvPr/>
          </p:nvSpPr>
          <p:spPr>
            <a:xfrm>
              <a:off x="918127" y="4639885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 rot="1352047" flipH="1">
              <a:off x="343830" y="1084693"/>
              <a:ext cx="116831" cy="11683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 rot="1352050" flipH="1">
              <a:off x="452642" y="328778"/>
              <a:ext cx="147643" cy="147646"/>
            </a:xfrm>
            <a:custGeom>
              <a:avLst/>
              <a:gdLst/>
              <a:ahLst/>
              <a:cxnLst/>
              <a:rect l="l" t="t" r="r" b="b"/>
              <a:pathLst>
                <a:path w="115" h="115" extrusionOk="0">
                  <a:moveTo>
                    <a:pt x="115" y="47"/>
                  </a:moveTo>
                  <a:lnTo>
                    <a:pt x="68" y="115"/>
                  </a:lnTo>
                  <a:lnTo>
                    <a:pt x="0" y="69"/>
                  </a:lnTo>
                  <a:lnTo>
                    <a:pt x="47" y="0"/>
                  </a:lnTo>
                  <a:lnTo>
                    <a:pt x="115" y="4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 rot="1352050" flipH="1">
              <a:off x="135547" y="714084"/>
              <a:ext cx="127102" cy="127104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1" name="Google Shape;81;p5"/>
            <p:cNvGrpSpPr/>
            <p:nvPr/>
          </p:nvGrpSpPr>
          <p:grpSpPr>
            <a:xfrm rot="-5400000">
              <a:off x="8694812" y="1272363"/>
              <a:ext cx="287205" cy="202895"/>
              <a:chOff x="4880239" y="4742045"/>
              <a:chExt cx="287205" cy="202895"/>
            </a:xfrm>
          </p:grpSpPr>
          <p:sp>
            <p:nvSpPr>
              <p:cNvPr id="82" name="Google Shape;82;p5"/>
              <p:cNvSpPr/>
              <p:nvPr/>
            </p:nvSpPr>
            <p:spPr>
              <a:xfrm rot="1352049" flipH="1">
                <a:off x="4900333" y="4793890"/>
                <a:ext cx="130954" cy="130956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8" extrusionOk="0">
                    <a:moveTo>
                      <a:pt x="78" y="13"/>
                    </a:moveTo>
                    <a:cubicBezTo>
                      <a:pt x="100" y="26"/>
                      <a:pt x="108" y="55"/>
                      <a:pt x="96" y="77"/>
                    </a:cubicBezTo>
                    <a:cubicBezTo>
                      <a:pt x="83" y="100"/>
                      <a:pt x="54" y="108"/>
                      <a:pt x="31" y="95"/>
                    </a:cubicBezTo>
                    <a:cubicBezTo>
                      <a:pt x="8" y="82"/>
                      <a:pt x="0" y="53"/>
                      <a:pt x="13" y="31"/>
                    </a:cubicBezTo>
                    <a:cubicBezTo>
                      <a:pt x="26" y="8"/>
                      <a:pt x="55" y="0"/>
                      <a:pt x="78" y="1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 rot="1352051" flipH="1">
                <a:off x="5077358" y="4754110"/>
                <a:ext cx="78315" cy="7703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4" extrusionOk="0">
                    <a:moveTo>
                      <a:pt x="46" y="7"/>
                    </a:moveTo>
                    <a:cubicBezTo>
                      <a:pt x="60" y="15"/>
                      <a:pt x="65" y="32"/>
                      <a:pt x="57" y="46"/>
                    </a:cubicBezTo>
                    <a:cubicBezTo>
                      <a:pt x="49" y="59"/>
                      <a:pt x="32" y="64"/>
                      <a:pt x="18" y="56"/>
                    </a:cubicBezTo>
                    <a:cubicBezTo>
                      <a:pt x="5" y="49"/>
                      <a:pt x="0" y="32"/>
                      <a:pt x="8" y="18"/>
                    </a:cubicBezTo>
                    <a:cubicBezTo>
                      <a:pt x="15" y="4"/>
                      <a:pt x="33" y="0"/>
                      <a:pt x="46" y="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4" name="Google Shape;84;p5"/>
            <p:cNvSpPr/>
            <p:nvPr/>
          </p:nvSpPr>
          <p:spPr>
            <a:xfrm rot="1352050" flipH="1">
              <a:off x="8774055" y="2836140"/>
              <a:ext cx="240081" cy="241369"/>
            </a:xfrm>
            <a:custGeom>
              <a:avLst/>
              <a:gdLst/>
              <a:ahLst/>
              <a:cxnLst/>
              <a:rect l="l" t="t" r="r" b="b"/>
              <a:pathLst>
                <a:path w="187" h="188" extrusionOk="0">
                  <a:moveTo>
                    <a:pt x="187" y="135"/>
                  </a:moveTo>
                  <a:lnTo>
                    <a:pt x="52" y="188"/>
                  </a:lnTo>
                  <a:lnTo>
                    <a:pt x="0" y="53"/>
                  </a:lnTo>
                  <a:lnTo>
                    <a:pt x="135" y="0"/>
                  </a:lnTo>
                  <a:lnTo>
                    <a:pt x="187" y="135"/>
                  </a:lnTo>
                  <a:close/>
                  <a:moveTo>
                    <a:pt x="56" y="178"/>
                  </a:moveTo>
                  <a:lnTo>
                    <a:pt x="177" y="131"/>
                  </a:lnTo>
                  <a:lnTo>
                    <a:pt x="130" y="11"/>
                  </a:lnTo>
                  <a:lnTo>
                    <a:pt x="10" y="57"/>
                  </a:lnTo>
                  <a:lnTo>
                    <a:pt x="56" y="178"/>
                  </a:lnTo>
                  <a:close/>
                  <a:moveTo>
                    <a:pt x="152" y="120"/>
                  </a:moveTo>
                  <a:lnTo>
                    <a:pt x="68" y="152"/>
                  </a:lnTo>
                  <a:lnTo>
                    <a:pt x="35" y="68"/>
                  </a:lnTo>
                  <a:lnTo>
                    <a:pt x="119" y="36"/>
                  </a:lnTo>
                  <a:lnTo>
                    <a:pt x="152" y="120"/>
                  </a:lnTo>
                  <a:close/>
                  <a:moveTo>
                    <a:pt x="72" y="142"/>
                  </a:moveTo>
                  <a:lnTo>
                    <a:pt x="141" y="116"/>
                  </a:lnTo>
                  <a:lnTo>
                    <a:pt x="115" y="47"/>
                  </a:lnTo>
                  <a:lnTo>
                    <a:pt x="45" y="73"/>
                  </a:lnTo>
                  <a:lnTo>
                    <a:pt x="72" y="14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 rot="1352040" flipH="1">
              <a:off x="8414058" y="148269"/>
              <a:ext cx="187621" cy="18762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7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7"/>
          <p:cNvSpPr txBox="1">
            <a:spLocks noGrp="1"/>
          </p:cNvSpPr>
          <p:nvPr>
            <p:ph type="title"/>
          </p:nvPr>
        </p:nvSpPr>
        <p:spPr>
          <a:xfrm>
            <a:off x="720000" y="1445225"/>
            <a:ext cx="32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7"/>
          <p:cNvSpPr txBox="1">
            <a:spLocks noGrp="1"/>
          </p:cNvSpPr>
          <p:nvPr>
            <p:ph type="body" idx="1"/>
          </p:nvPr>
        </p:nvSpPr>
        <p:spPr>
          <a:xfrm>
            <a:off x="720000" y="2160161"/>
            <a:ext cx="32148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11" name="Google Shape;111;p7"/>
          <p:cNvSpPr>
            <a:spLocks noGrp="1"/>
          </p:cNvSpPr>
          <p:nvPr>
            <p:ph type="pic" idx="2"/>
          </p:nvPr>
        </p:nvSpPr>
        <p:spPr>
          <a:xfrm>
            <a:off x="4443625" y="580800"/>
            <a:ext cx="4027800" cy="40278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12" name="Google Shape;112;p7"/>
          <p:cNvGrpSpPr/>
          <p:nvPr/>
        </p:nvGrpSpPr>
        <p:grpSpPr>
          <a:xfrm>
            <a:off x="-1564300" y="-1650775"/>
            <a:ext cx="11604750" cy="7969525"/>
            <a:chOff x="-1564300" y="-1650775"/>
            <a:chExt cx="11604750" cy="7969525"/>
          </a:xfrm>
        </p:grpSpPr>
        <p:grpSp>
          <p:nvGrpSpPr>
            <p:cNvPr id="113" name="Google Shape;113;p7"/>
            <p:cNvGrpSpPr/>
            <p:nvPr/>
          </p:nvGrpSpPr>
          <p:grpSpPr>
            <a:xfrm rot="773835">
              <a:off x="927041" y="4682572"/>
              <a:ext cx="399004" cy="361980"/>
              <a:chOff x="7719165" y="612886"/>
              <a:chExt cx="670121" cy="607940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7719165" y="992849"/>
                <a:ext cx="227980" cy="227977"/>
              </a:xfrm>
              <a:custGeom>
                <a:avLst/>
                <a:gdLst/>
                <a:ahLst/>
                <a:cxnLst/>
                <a:rect l="l" t="t" r="r" b="b"/>
                <a:pathLst>
                  <a:path w="70" h="70" extrusionOk="0">
                    <a:moveTo>
                      <a:pt x="35" y="0"/>
                    </a:moveTo>
                    <a:cubicBezTo>
                      <a:pt x="55" y="0"/>
                      <a:pt x="70" y="16"/>
                      <a:pt x="70" y="35"/>
                    </a:cubicBezTo>
                    <a:cubicBezTo>
                      <a:pt x="70" y="54"/>
                      <a:pt x="55" y="70"/>
                      <a:pt x="35" y="70"/>
                    </a:cubicBezTo>
                    <a:cubicBezTo>
                      <a:pt x="16" y="70"/>
                      <a:pt x="0" y="54"/>
                      <a:pt x="0" y="35"/>
                    </a:cubicBezTo>
                    <a:cubicBezTo>
                      <a:pt x="0" y="16"/>
                      <a:pt x="16" y="0"/>
                      <a:pt x="35" y="0"/>
                    </a:cubicBezTo>
                    <a:close/>
                    <a:moveTo>
                      <a:pt x="57" y="35"/>
                    </a:moveTo>
                    <a:cubicBezTo>
                      <a:pt x="57" y="23"/>
                      <a:pt x="47" y="13"/>
                      <a:pt x="35" y="13"/>
                    </a:cubicBezTo>
                    <a:cubicBezTo>
                      <a:pt x="23" y="13"/>
                      <a:pt x="13" y="23"/>
                      <a:pt x="13" y="35"/>
                    </a:cubicBezTo>
                    <a:cubicBezTo>
                      <a:pt x="13" y="47"/>
                      <a:pt x="23" y="57"/>
                      <a:pt x="35" y="57"/>
                    </a:cubicBezTo>
                    <a:cubicBezTo>
                      <a:pt x="47" y="57"/>
                      <a:pt x="57" y="47"/>
                      <a:pt x="57" y="3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8009320" y="612886"/>
                <a:ext cx="379966" cy="38341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11" extrusionOk="0">
                    <a:moveTo>
                      <a:pt x="110" y="75"/>
                    </a:moveTo>
                    <a:lnTo>
                      <a:pt x="36" y="111"/>
                    </a:lnTo>
                    <a:lnTo>
                      <a:pt x="0" y="36"/>
                    </a:lnTo>
                    <a:lnTo>
                      <a:pt x="74" y="0"/>
                    </a:lnTo>
                    <a:lnTo>
                      <a:pt x="110" y="7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6" name="Google Shape;116;p7"/>
            <p:cNvSpPr/>
            <p:nvPr/>
          </p:nvSpPr>
          <p:spPr>
            <a:xfrm>
              <a:off x="-1564300" y="-1650775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17" name="Google Shape;117;p7"/>
            <p:cNvSpPr/>
            <p:nvPr/>
          </p:nvSpPr>
          <p:spPr>
            <a:xfrm>
              <a:off x="3591850" y="4747350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18" name="Google Shape;118;p7"/>
            <p:cNvSpPr/>
            <p:nvPr/>
          </p:nvSpPr>
          <p:spPr>
            <a:xfrm>
              <a:off x="120798" y="948340"/>
              <a:ext cx="393550" cy="393550"/>
            </a:xfrm>
            <a:custGeom>
              <a:avLst/>
              <a:gdLst/>
              <a:ahLst/>
              <a:cxnLst/>
              <a:rect l="l" t="t" r="r" b="b"/>
              <a:pathLst>
                <a:path w="63" h="63" extrusionOk="0">
                  <a:moveTo>
                    <a:pt x="59" y="24"/>
                  </a:moveTo>
                  <a:cubicBezTo>
                    <a:pt x="63" y="39"/>
                    <a:pt x="54" y="55"/>
                    <a:pt x="39" y="59"/>
                  </a:cubicBezTo>
                  <a:cubicBezTo>
                    <a:pt x="24" y="63"/>
                    <a:pt x="8" y="54"/>
                    <a:pt x="4" y="39"/>
                  </a:cubicBezTo>
                  <a:cubicBezTo>
                    <a:pt x="0" y="24"/>
                    <a:pt x="9" y="8"/>
                    <a:pt x="24" y="4"/>
                  </a:cubicBezTo>
                  <a:cubicBezTo>
                    <a:pt x="39" y="0"/>
                    <a:pt x="55" y="9"/>
                    <a:pt x="59" y="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9" name="Google Shape;119;p7"/>
            <p:cNvGrpSpPr/>
            <p:nvPr/>
          </p:nvGrpSpPr>
          <p:grpSpPr>
            <a:xfrm>
              <a:off x="3852651" y="216125"/>
              <a:ext cx="193675" cy="187325"/>
              <a:chOff x="1053101" y="4428650"/>
              <a:chExt cx="193675" cy="187325"/>
            </a:xfrm>
          </p:grpSpPr>
          <p:sp>
            <p:nvSpPr>
              <p:cNvPr id="120" name="Google Shape;120;p7"/>
              <p:cNvSpPr/>
              <p:nvPr/>
            </p:nvSpPr>
            <p:spPr>
              <a:xfrm>
                <a:off x="1097551" y="4428650"/>
                <a:ext cx="104775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8" extrusionOk="0">
                    <a:moveTo>
                      <a:pt x="48" y="118"/>
                    </a:moveTo>
                    <a:lnTo>
                      <a:pt x="0" y="8"/>
                    </a:lnTo>
                    <a:lnTo>
                      <a:pt x="18" y="0"/>
                    </a:lnTo>
                    <a:lnTo>
                      <a:pt x="66" y="111"/>
                    </a:lnTo>
                    <a:lnTo>
                      <a:pt x="48" y="11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1053101" y="4469925"/>
                <a:ext cx="193675" cy="10636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7" extrusionOk="0">
                    <a:moveTo>
                      <a:pt x="8" y="67"/>
                    </a:moveTo>
                    <a:lnTo>
                      <a:pt x="0" y="49"/>
                    </a:lnTo>
                    <a:lnTo>
                      <a:pt x="114" y="0"/>
                    </a:lnTo>
                    <a:lnTo>
                      <a:pt x="122" y="18"/>
                    </a:lnTo>
                    <a:lnTo>
                      <a:pt x="8" y="6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2" name="Google Shape;122;p7"/>
            <p:cNvSpPr/>
            <p:nvPr/>
          </p:nvSpPr>
          <p:spPr>
            <a:xfrm>
              <a:off x="8469050" y="-475912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8593288" y="454523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127" y="228"/>
                  </a:moveTo>
                  <a:lnTo>
                    <a:pt x="0" y="126"/>
                  </a:lnTo>
                  <a:lnTo>
                    <a:pt x="103" y="0"/>
                  </a:lnTo>
                  <a:lnTo>
                    <a:pt x="228" y="103"/>
                  </a:lnTo>
                  <a:lnTo>
                    <a:pt x="127" y="228"/>
                  </a:lnTo>
                  <a:close/>
                  <a:moveTo>
                    <a:pt x="13" y="125"/>
                  </a:moveTo>
                  <a:lnTo>
                    <a:pt x="125" y="215"/>
                  </a:lnTo>
                  <a:lnTo>
                    <a:pt x="215" y="104"/>
                  </a:lnTo>
                  <a:lnTo>
                    <a:pt x="105" y="13"/>
                  </a:lnTo>
                  <a:lnTo>
                    <a:pt x="13" y="125"/>
                  </a:lnTo>
                  <a:close/>
                  <a:moveTo>
                    <a:pt x="121" y="186"/>
                  </a:moveTo>
                  <a:lnTo>
                    <a:pt x="44" y="121"/>
                  </a:lnTo>
                  <a:lnTo>
                    <a:pt x="107" y="44"/>
                  </a:lnTo>
                  <a:lnTo>
                    <a:pt x="186" y="107"/>
                  </a:lnTo>
                  <a:lnTo>
                    <a:pt x="121" y="186"/>
                  </a:lnTo>
                  <a:close/>
                  <a:moveTo>
                    <a:pt x="56" y="120"/>
                  </a:moveTo>
                  <a:lnTo>
                    <a:pt x="120" y="173"/>
                  </a:lnTo>
                  <a:lnTo>
                    <a:pt x="173" y="108"/>
                  </a:lnTo>
                  <a:lnTo>
                    <a:pt x="109" y="55"/>
                  </a:lnTo>
                  <a:lnTo>
                    <a:pt x="56" y="1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7"/>
            <p:cNvSpPr/>
            <p:nvPr/>
          </p:nvSpPr>
          <p:spPr>
            <a:xfrm rot="5555868" flipH="1">
              <a:off x="3799503" y="4825422"/>
              <a:ext cx="178649" cy="178651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5" name="Google Shape;125;p7"/>
            <p:cNvGrpSpPr/>
            <p:nvPr/>
          </p:nvGrpSpPr>
          <p:grpSpPr>
            <a:xfrm>
              <a:off x="308374" y="183704"/>
              <a:ext cx="595119" cy="397103"/>
              <a:chOff x="4395874" y="99579"/>
              <a:chExt cx="595119" cy="397103"/>
            </a:xfrm>
          </p:grpSpPr>
          <p:sp>
            <p:nvSpPr>
              <p:cNvPr id="126" name="Google Shape;126;p7"/>
              <p:cNvSpPr/>
              <p:nvPr/>
            </p:nvSpPr>
            <p:spPr>
              <a:xfrm rot="1352045" flipH="1">
                <a:off x="4437245" y="185698"/>
                <a:ext cx="269611" cy="26961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210" extrusionOk="0">
                    <a:moveTo>
                      <a:pt x="163" y="210"/>
                    </a:moveTo>
                    <a:lnTo>
                      <a:pt x="105" y="152"/>
                    </a:lnTo>
                    <a:lnTo>
                      <a:pt x="47" y="209"/>
                    </a:lnTo>
                    <a:lnTo>
                      <a:pt x="0" y="163"/>
                    </a:lnTo>
                    <a:lnTo>
                      <a:pt x="57" y="105"/>
                    </a:lnTo>
                    <a:lnTo>
                      <a:pt x="0" y="47"/>
                    </a:lnTo>
                    <a:lnTo>
                      <a:pt x="47" y="0"/>
                    </a:lnTo>
                    <a:lnTo>
                      <a:pt x="105" y="58"/>
                    </a:lnTo>
                    <a:lnTo>
                      <a:pt x="162" y="0"/>
                    </a:lnTo>
                    <a:lnTo>
                      <a:pt x="209" y="47"/>
                    </a:lnTo>
                    <a:lnTo>
                      <a:pt x="152" y="105"/>
                    </a:lnTo>
                    <a:lnTo>
                      <a:pt x="210" y="163"/>
                    </a:lnTo>
                    <a:lnTo>
                      <a:pt x="163" y="210"/>
                    </a:lnTo>
                    <a:close/>
                    <a:moveTo>
                      <a:pt x="105" y="137"/>
                    </a:moveTo>
                    <a:lnTo>
                      <a:pt x="163" y="194"/>
                    </a:lnTo>
                    <a:lnTo>
                      <a:pt x="194" y="163"/>
                    </a:lnTo>
                    <a:lnTo>
                      <a:pt x="136" y="105"/>
                    </a:lnTo>
                    <a:lnTo>
                      <a:pt x="193" y="47"/>
                    </a:lnTo>
                    <a:lnTo>
                      <a:pt x="162" y="16"/>
                    </a:lnTo>
                    <a:lnTo>
                      <a:pt x="105" y="73"/>
                    </a:lnTo>
                    <a:lnTo>
                      <a:pt x="47" y="16"/>
                    </a:lnTo>
                    <a:lnTo>
                      <a:pt x="16" y="47"/>
                    </a:lnTo>
                    <a:lnTo>
                      <a:pt x="74" y="105"/>
                    </a:lnTo>
                    <a:lnTo>
                      <a:pt x="16" y="163"/>
                    </a:lnTo>
                    <a:lnTo>
                      <a:pt x="47" y="194"/>
                    </a:lnTo>
                    <a:lnTo>
                      <a:pt x="105" y="13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 rot="1352049" flipH="1">
                <a:off x="4893256" y="112581"/>
                <a:ext cx="84735" cy="84736"/>
              </a:xfrm>
              <a:custGeom>
                <a:avLst/>
                <a:gdLst/>
                <a:ahLst/>
                <a:cxnLst/>
                <a:rect l="l" t="t" r="r" b="b"/>
                <a:pathLst>
                  <a:path w="70" h="70" extrusionOk="0">
                    <a:moveTo>
                      <a:pt x="35" y="0"/>
                    </a:moveTo>
                    <a:cubicBezTo>
                      <a:pt x="55" y="0"/>
                      <a:pt x="70" y="15"/>
                      <a:pt x="70" y="35"/>
                    </a:cubicBezTo>
                    <a:cubicBezTo>
                      <a:pt x="70" y="54"/>
                      <a:pt x="55" y="70"/>
                      <a:pt x="35" y="70"/>
                    </a:cubicBezTo>
                    <a:cubicBezTo>
                      <a:pt x="16" y="70"/>
                      <a:pt x="0" y="54"/>
                      <a:pt x="0" y="35"/>
                    </a:cubicBezTo>
                    <a:cubicBezTo>
                      <a:pt x="0" y="15"/>
                      <a:pt x="16" y="0"/>
                      <a:pt x="35" y="0"/>
                    </a:cubicBezTo>
                    <a:close/>
                    <a:moveTo>
                      <a:pt x="57" y="35"/>
                    </a:moveTo>
                    <a:cubicBezTo>
                      <a:pt x="57" y="23"/>
                      <a:pt x="47" y="13"/>
                      <a:pt x="35" y="13"/>
                    </a:cubicBezTo>
                    <a:cubicBezTo>
                      <a:pt x="23" y="13"/>
                      <a:pt x="13" y="23"/>
                      <a:pt x="13" y="35"/>
                    </a:cubicBezTo>
                    <a:cubicBezTo>
                      <a:pt x="13" y="47"/>
                      <a:pt x="23" y="57"/>
                      <a:pt x="35" y="57"/>
                    </a:cubicBezTo>
                    <a:cubicBezTo>
                      <a:pt x="47" y="57"/>
                      <a:pt x="57" y="47"/>
                      <a:pt x="57" y="3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28" name="Google Shape;128;p7"/>
            <p:cNvSpPr/>
            <p:nvPr/>
          </p:nvSpPr>
          <p:spPr>
            <a:xfrm rot="1352050" flipH="1">
              <a:off x="8392617" y="165528"/>
              <a:ext cx="147643" cy="147646"/>
            </a:xfrm>
            <a:custGeom>
              <a:avLst/>
              <a:gdLst/>
              <a:ahLst/>
              <a:cxnLst/>
              <a:rect l="l" t="t" r="r" b="b"/>
              <a:pathLst>
                <a:path w="115" h="115" extrusionOk="0">
                  <a:moveTo>
                    <a:pt x="115" y="47"/>
                  </a:moveTo>
                  <a:lnTo>
                    <a:pt x="68" y="115"/>
                  </a:lnTo>
                  <a:lnTo>
                    <a:pt x="0" y="69"/>
                  </a:lnTo>
                  <a:lnTo>
                    <a:pt x="47" y="0"/>
                  </a:lnTo>
                  <a:lnTo>
                    <a:pt x="115" y="4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 txBox="1">
            <a:spLocks noGrp="1"/>
          </p:cNvSpPr>
          <p:nvPr>
            <p:ph type="title"/>
          </p:nvPr>
        </p:nvSpPr>
        <p:spPr>
          <a:xfrm>
            <a:off x="2241425" y="160630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3" name="Google Shape;133;p9"/>
          <p:cNvSpPr txBox="1">
            <a:spLocks noGrp="1"/>
          </p:cNvSpPr>
          <p:nvPr>
            <p:ph type="subTitle" idx="1"/>
          </p:nvPr>
        </p:nvSpPr>
        <p:spPr>
          <a:xfrm>
            <a:off x="2241475" y="2481800"/>
            <a:ext cx="4661100" cy="105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"/>
          <p:cNvSpPr txBox="1">
            <a:spLocks noGrp="1"/>
          </p:cNvSpPr>
          <p:nvPr>
            <p:ph type="title"/>
          </p:nvPr>
        </p:nvSpPr>
        <p:spPr>
          <a:xfrm>
            <a:off x="1779300" y="4038275"/>
            <a:ext cx="5585400" cy="425700"/>
          </a:xfrm>
          <a:prstGeom prst="rect">
            <a:avLst/>
          </a:prstGeom>
          <a:solidFill>
            <a:schemeClr val="accent3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1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1"/>
          <p:cNvSpPr txBox="1">
            <a:spLocks noGrp="1"/>
          </p:cNvSpPr>
          <p:nvPr>
            <p:ph type="title" hasCustomPrompt="1"/>
          </p:nvPr>
        </p:nvSpPr>
        <p:spPr>
          <a:xfrm>
            <a:off x="2415900" y="1738475"/>
            <a:ext cx="4312200" cy="10164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None/>
              <a:defRPr sz="6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39" name="Google Shape;139;p11"/>
          <p:cNvSpPr txBox="1">
            <a:spLocks noGrp="1"/>
          </p:cNvSpPr>
          <p:nvPr>
            <p:ph type="subTitle" idx="1"/>
          </p:nvPr>
        </p:nvSpPr>
        <p:spPr>
          <a:xfrm>
            <a:off x="2415900" y="2941225"/>
            <a:ext cx="4312200" cy="46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-2050133" y="-475912"/>
            <a:ext cx="11745758" cy="6978645"/>
            <a:chOff x="-2050133" y="-475912"/>
            <a:chExt cx="11745758" cy="6978645"/>
          </a:xfrm>
        </p:grpSpPr>
        <p:sp>
          <p:nvSpPr>
            <p:cNvPr id="141" name="Google Shape;141;p11"/>
            <p:cNvSpPr/>
            <p:nvPr/>
          </p:nvSpPr>
          <p:spPr>
            <a:xfrm rot="-5400000">
              <a:off x="-2050133" y="3631133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2" name="Google Shape;142;p11"/>
            <p:cNvSpPr/>
            <p:nvPr/>
          </p:nvSpPr>
          <p:spPr>
            <a:xfrm rot="-5400000">
              <a:off x="548983" y="4424085"/>
              <a:ext cx="393550" cy="393550"/>
            </a:xfrm>
            <a:custGeom>
              <a:avLst/>
              <a:gdLst/>
              <a:ahLst/>
              <a:cxnLst/>
              <a:rect l="l" t="t" r="r" b="b"/>
              <a:pathLst>
                <a:path w="63" h="63" extrusionOk="0">
                  <a:moveTo>
                    <a:pt x="59" y="24"/>
                  </a:moveTo>
                  <a:cubicBezTo>
                    <a:pt x="63" y="39"/>
                    <a:pt x="54" y="55"/>
                    <a:pt x="39" y="59"/>
                  </a:cubicBezTo>
                  <a:cubicBezTo>
                    <a:pt x="24" y="63"/>
                    <a:pt x="8" y="54"/>
                    <a:pt x="4" y="39"/>
                  </a:cubicBezTo>
                  <a:cubicBezTo>
                    <a:pt x="0" y="24"/>
                    <a:pt x="9" y="8"/>
                    <a:pt x="24" y="4"/>
                  </a:cubicBezTo>
                  <a:cubicBezTo>
                    <a:pt x="39" y="0"/>
                    <a:pt x="55" y="9"/>
                    <a:pt x="59" y="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3" name="Google Shape;143;p11"/>
            <p:cNvSpPr/>
            <p:nvPr/>
          </p:nvSpPr>
          <p:spPr>
            <a:xfrm>
              <a:off x="8124225" y="-475912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4" name="Google Shape;144;p11"/>
            <p:cNvSpPr/>
            <p:nvPr/>
          </p:nvSpPr>
          <p:spPr>
            <a:xfrm rot="1352050" flipH="1">
              <a:off x="8047792" y="165528"/>
              <a:ext cx="147643" cy="147646"/>
            </a:xfrm>
            <a:custGeom>
              <a:avLst/>
              <a:gdLst/>
              <a:ahLst/>
              <a:cxnLst/>
              <a:rect l="l" t="t" r="r" b="b"/>
              <a:pathLst>
                <a:path w="115" h="115" extrusionOk="0">
                  <a:moveTo>
                    <a:pt x="115" y="47"/>
                  </a:moveTo>
                  <a:lnTo>
                    <a:pt x="68" y="115"/>
                  </a:lnTo>
                  <a:lnTo>
                    <a:pt x="0" y="69"/>
                  </a:lnTo>
                  <a:lnTo>
                    <a:pt x="47" y="0"/>
                  </a:lnTo>
                  <a:lnTo>
                    <a:pt x="115" y="47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5" name="Google Shape;145;p11"/>
            <p:cNvGrpSpPr/>
            <p:nvPr/>
          </p:nvGrpSpPr>
          <p:grpSpPr>
            <a:xfrm>
              <a:off x="8723801" y="1002300"/>
              <a:ext cx="193675" cy="187325"/>
              <a:chOff x="1053101" y="4428650"/>
              <a:chExt cx="193675" cy="187325"/>
            </a:xfrm>
          </p:grpSpPr>
          <p:sp>
            <p:nvSpPr>
              <p:cNvPr id="146" name="Google Shape;146;p11"/>
              <p:cNvSpPr/>
              <p:nvPr/>
            </p:nvSpPr>
            <p:spPr>
              <a:xfrm>
                <a:off x="1097551" y="4428650"/>
                <a:ext cx="104775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8" extrusionOk="0">
                    <a:moveTo>
                      <a:pt x="48" y="118"/>
                    </a:moveTo>
                    <a:lnTo>
                      <a:pt x="0" y="8"/>
                    </a:lnTo>
                    <a:lnTo>
                      <a:pt x="18" y="0"/>
                    </a:lnTo>
                    <a:lnTo>
                      <a:pt x="66" y="111"/>
                    </a:lnTo>
                    <a:lnTo>
                      <a:pt x="48" y="1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>
                <a:off x="1053101" y="4469925"/>
                <a:ext cx="193675" cy="10636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7" extrusionOk="0">
                    <a:moveTo>
                      <a:pt x="8" y="67"/>
                    </a:moveTo>
                    <a:lnTo>
                      <a:pt x="0" y="49"/>
                    </a:lnTo>
                    <a:lnTo>
                      <a:pt x="114" y="0"/>
                    </a:lnTo>
                    <a:lnTo>
                      <a:pt x="122" y="18"/>
                    </a:lnTo>
                    <a:lnTo>
                      <a:pt x="8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8" name="Google Shape;148;p11"/>
            <p:cNvSpPr/>
            <p:nvPr/>
          </p:nvSpPr>
          <p:spPr>
            <a:xfrm>
              <a:off x="4102450" y="4608500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49" name="Google Shape;149;p11"/>
            <p:cNvSpPr/>
            <p:nvPr/>
          </p:nvSpPr>
          <p:spPr>
            <a:xfrm rot="6944244" flipH="1">
              <a:off x="4222874" y="4774573"/>
              <a:ext cx="169382" cy="169373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0" name="Google Shape;150;p11"/>
            <p:cNvGrpSpPr/>
            <p:nvPr/>
          </p:nvGrpSpPr>
          <p:grpSpPr>
            <a:xfrm>
              <a:off x="5169940" y="4608510"/>
              <a:ext cx="240311" cy="376881"/>
              <a:chOff x="7448765" y="3472610"/>
              <a:chExt cx="240311" cy="376881"/>
            </a:xfrm>
          </p:grpSpPr>
          <p:sp>
            <p:nvSpPr>
              <p:cNvPr id="151" name="Google Shape;151;p11"/>
              <p:cNvSpPr/>
              <p:nvPr/>
            </p:nvSpPr>
            <p:spPr>
              <a:xfrm rot="1351640" flipH="1">
                <a:off x="7466303" y="3490148"/>
                <a:ext cx="114323" cy="11432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rot="1354910" flipH="1">
                <a:off x="7608860" y="3769275"/>
                <a:ext cx="69531" cy="6953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3" name="Google Shape;153;p11"/>
            <p:cNvSpPr/>
            <p:nvPr/>
          </p:nvSpPr>
          <p:spPr>
            <a:xfrm>
              <a:off x="2586013" y="58363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127" y="228"/>
                  </a:moveTo>
                  <a:lnTo>
                    <a:pt x="0" y="126"/>
                  </a:lnTo>
                  <a:lnTo>
                    <a:pt x="103" y="0"/>
                  </a:lnTo>
                  <a:lnTo>
                    <a:pt x="228" y="103"/>
                  </a:lnTo>
                  <a:lnTo>
                    <a:pt x="127" y="228"/>
                  </a:lnTo>
                  <a:close/>
                  <a:moveTo>
                    <a:pt x="13" y="125"/>
                  </a:moveTo>
                  <a:lnTo>
                    <a:pt x="125" y="215"/>
                  </a:lnTo>
                  <a:lnTo>
                    <a:pt x="215" y="104"/>
                  </a:lnTo>
                  <a:lnTo>
                    <a:pt x="105" y="13"/>
                  </a:lnTo>
                  <a:lnTo>
                    <a:pt x="13" y="125"/>
                  </a:lnTo>
                  <a:close/>
                  <a:moveTo>
                    <a:pt x="121" y="186"/>
                  </a:moveTo>
                  <a:lnTo>
                    <a:pt x="44" y="121"/>
                  </a:lnTo>
                  <a:lnTo>
                    <a:pt x="107" y="44"/>
                  </a:lnTo>
                  <a:lnTo>
                    <a:pt x="186" y="107"/>
                  </a:lnTo>
                  <a:lnTo>
                    <a:pt x="121" y="186"/>
                  </a:lnTo>
                  <a:close/>
                  <a:moveTo>
                    <a:pt x="56" y="120"/>
                  </a:moveTo>
                  <a:lnTo>
                    <a:pt x="120" y="173"/>
                  </a:lnTo>
                  <a:lnTo>
                    <a:pt x="173" y="108"/>
                  </a:lnTo>
                  <a:lnTo>
                    <a:pt x="109" y="55"/>
                  </a:lnTo>
                  <a:lnTo>
                    <a:pt x="56" y="12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11"/>
            <p:cNvSpPr/>
            <p:nvPr/>
          </p:nvSpPr>
          <p:spPr>
            <a:xfrm rot="1352040" flipH="1">
              <a:off x="4794333" y="261019"/>
              <a:ext cx="187621" cy="18762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5" name="Google Shape;155;p11"/>
            <p:cNvGrpSpPr/>
            <p:nvPr/>
          </p:nvGrpSpPr>
          <p:grpSpPr>
            <a:xfrm>
              <a:off x="6604339" y="88545"/>
              <a:ext cx="287205" cy="202895"/>
              <a:chOff x="4880239" y="4742045"/>
              <a:chExt cx="287205" cy="202895"/>
            </a:xfrm>
          </p:grpSpPr>
          <p:sp>
            <p:nvSpPr>
              <p:cNvPr id="156" name="Google Shape;156;p11"/>
              <p:cNvSpPr/>
              <p:nvPr/>
            </p:nvSpPr>
            <p:spPr>
              <a:xfrm rot="1352049" flipH="1">
                <a:off x="4900333" y="4793890"/>
                <a:ext cx="130954" cy="130956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8" extrusionOk="0">
                    <a:moveTo>
                      <a:pt x="78" y="13"/>
                    </a:moveTo>
                    <a:cubicBezTo>
                      <a:pt x="100" y="26"/>
                      <a:pt x="108" y="55"/>
                      <a:pt x="96" y="77"/>
                    </a:cubicBezTo>
                    <a:cubicBezTo>
                      <a:pt x="83" y="100"/>
                      <a:pt x="54" y="108"/>
                      <a:pt x="31" y="95"/>
                    </a:cubicBezTo>
                    <a:cubicBezTo>
                      <a:pt x="8" y="82"/>
                      <a:pt x="0" y="53"/>
                      <a:pt x="13" y="31"/>
                    </a:cubicBezTo>
                    <a:cubicBezTo>
                      <a:pt x="26" y="8"/>
                      <a:pt x="55" y="0"/>
                      <a:pt x="7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rot="1352051" flipH="1">
                <a:off x="5077358" y="4754110"/>
                <a:ext cx="78315" cy="7703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4" extrusionOk="0">
                    <a:moveTo>
                      <a:pt x="46" y="7"/>
                    </a:moveTo>
                    <a:cubicBezTo>
                      <a:pt x="60" y="15"/>
                      <a:pt x="65" y="32"/>
                      <a:pt x="57" y="46"/>
                    </a:cubicBezTo>
                    <a:cubicBezTo>
                      <a:pt x="49" y="59"/>
                      <a:pt x="32" y="64"/>
                      <a:pt x="18" y="56"/>
                    </a:cubicBezTo>
                    <a:cubicBezTo>
                      <a:pt x="5" y="49"/>
                      <a:pt x="0" y="32"/>
                      <a:pt x="8" y="18"/>
                    </a:cubicBezTo>
                    <a:cubicBezTo>
                      <a:pt x="15" y="4"/>
                      <a:pt x="33" y="0"/>
                      <a:pt x="46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3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1850" y="0"/>
            <a:ext cx="9140300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13"/>
          <p:cNvSpPr txBox="1">
            <a:spLocks noGrp="1"/>
          </p:cNvSpPr>
          <p:nvPr>
            <p:ph type="title" idx="2" hasCustomPrompt="1"/>
          </p:nvPr>
        </p:nvSpPr>
        <p:spPr>
          <a:xfrm>
            <a:off x="1505375" y="1449550"/>
            <a:ext cx="7347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3" name="Google Shape;163;p13"/>
          <p:cNvSpPr txBox="1">
            <a:spLocks noGrp="1"/>
          </p:cNvSpPr>
          <p:nvPr>
            <p:ph type="title" idx="3" hasCustomPrompt="1"/>
          </p:nvPr>
        </p:nvSpPr>
        <p:spPr>
          <a:xfrm>
            <a:off x="1505375" y="3046603"/>
            <a:ext cx="7347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4" name="Google Shape;164;p13"/>
          <p:cNvSpPr txBox="1">
            <a:spLocks noGrp="1"/>
          </p:cNvSpPr>
          <p:nvPr>
            <p:ph type="title" idx="4" hasCustomPrompt="1"/>
          </p:nvPr>
        </p:nvSpPr>
        <p:spPr>
          <a:xfrm>
            <a:off x="4204650" y="1449550"/>
            <a:ext cx="7347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5" name="Google Shape;165;p13"/>
          <p:cNvSpPr txBox="1">
            <a:spLocks noGrp="1"/>
          </p:cNvSpPr>
          <p:nvPr>
            <p:ph type="title" idx="5" hasCustomPrompt="1"/>
          </p:nvPr>
        </p:nvSpPr>
        <p:spPr>
          <a:xfrm>
            <a:off x="4204650" y="3046603"/>
            <a:ext cx="7347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6" name="Google Shape;166;p13"/>
          <p:cNvSpPr txBox="1">
            <a:spLocks noGrp="1"/>
          </p:cNvSpPr>
          <p:nvPr>
            <p:ph type="title" idx="6" hasCustomPrompt="1"/>
          </p:nvPr>
        </p:nvSpPr>
        <p:spPr>
          <a:xfrm>
            <a:off x="6903925" y="1449550"/>
            <a:ext cx="7347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7" name="Google Shape;167;p13"/>
          <p:cNvSpPr txBox="1">
            <a:spLocks noGrp="1"/>
          </p:cNvSpPr>
          <p:nvPr>
            <p:ph type="title" idx="7" hasCustomPrompt="1"/>
          </p:nvPr>
        </p:nvSpPr>
        <p:spPr>
          <a:xfrm>
            <a:off x="6903925" y="3046603"/>
            <a:ext cx="734700" cy="615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8" name="Google Shape;168;p13"/>
          <p:cNvSpPr txBox="1">
            <a:spLocks noGrp="1"/>
          </p:cNvSpPr>
          <p:nvPr>
            <p:ph type="subTitle" idx="1"/>
          </p:nvPr>
        </p:nvSpPr>
        <p:spPr>
          <a:xfrm>
            <a:off x="719975" y="21413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9pPr>
          </a:lstStyle>
          <a:p>
            <a:endParaRPr/>
          </a:p>
        </p:txBody>
      </p:sp>
      <p:sp>
        <p:nvSpPr>
          <p:cNvPr id="169" name="Google Shape;169;p13"/>
          <p:cNvSpPr txBox="1">
            <a:spLocks noGrp="1"/>
          </p:cNvSpPr>
          <p:nvPr>
            <p:ph type="subTitle" idx="8"/>
          </p:nvPr>
        </p:nvSpPr>
        <p:spPr>
          <a:xfrm>
            <a:off x="3419250" y="21413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9"/>
          </p:nvPr>
        </p:nvSpPr>
        <p:spPr>
          <a:xfrm>
            <a:off x="6118525" y="21413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 txBox="1">
            <a:spLocks noGrp="1"/>
          </p:cNvSpPr>
          <p:nvPr>
            <p:ph type="subTitle" idx="13"/>
          </p:nvPr>
        </p:nvSpPr>
        <p:spPr>
          <a:xfrm>
            <a:off x="719975" y="373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14"/>
          </p:nvPr>
        </p:nvSpPr>
        <p:spPr>
          <a:xfrm>
            <a:off x="3419250" y="373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15"/>
          </p:nvPr>
        </p:nvSpPr>
        <p:spPr>
          <a:xfrm>
            <a:off x="6118525" y="373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1800">
                <a:solidFill>
                  <a:schemeClr val="dk1"/>
                </a:solidFill>
                <a:latin typeface="Albert Sans ExtraBold"/>
                <a:ea typeface="Albert Sans ExtraBold"/>
                <a:cs typeface="Albert Sans ExtraBold"/>
                <a:sym typeface="Albert Sans Extra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lbert Sans ExtraBold"/>
              <a:buNone/>
              <a:defRPr sz="2000">
                <a:latin typeface="Albert Sans ExtraBold"/>
                <a:ea typeface="Albert Sans ExtraBold"/>
                <a:cs typeface="Albert Sans ExtraBold"/>
                <a:sym typeface="Albert Sans ExtraBold"/>
              </a:defRPr>
            </a:lvl9pPr>
          </a:lstStyle>
          <a:p>
            <a:endParaRPr/>
          </a:p>
        </p:txBody>
      </p:sp>
      <p:sp>
        <p:nvSpPr>
          <p:cNvPr id="174" name="Google Shape;174;p13"/>
          <p:cNvSpPr/>
          <p:nvPr/>
        </p:nvSpPr>
        <p:spPr>
          <a:xfrm>
            <a:off x="5210075" y="-2403500"/>
            <a:ext cx="2871600" cy="28716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-1029300" y="3971400"/>
            <a:ext cx="1749300" cy="17493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grpSp>
        <p:nvGrpSpPr>
          <p:cNvPr id="176" name="Google Shape;176;p13"/>
          <p:cNvGrpSpPr/>
          <p:nvPr/>
        </p:nvGrpSpPr>
        <p:grpSpPr>
          <a:xfrm>
            <a:off x="995076" y="4752388"/>
            <a:ext cx="193675" cy="187325"/>
            <a:chOff x="1053101" y="4428650"/>
            <a:chExt cx="193675" cy="187325"/>
          </a:xfrm>
        </p:grpSpPr>
        <p:sp>
          <p:nvSpPr>
            <p:cNvPr id="177" name="Google Shape;177;p13"/>
            <p:cNvSpPr/>
            <p:nvPr/>
          </p:nvSpPr>
          <p:spPr>
            <a:xfrm>
              <a:off x="1097551" y="4428650"/>
              <a:ext cx="104775" cy="187325"/>
            </a:xfrm>
            <a:custGeom>
              <a:avLst/>
              <a:gdLst/>
              <a:ahLst/>
              <a:cxnLst/>
              <a:rect l="l" t="t" r="r" b="b"/>
              <a:pathLst>
                <a:path w="66" h="118" extrusionOk="0">
                  <a:moveTo>
                    <a:pt x="48" y="118"/>
                  </a:moveTo>
                  <a:lnTo>
                    <a:pt x="0" y="8"/>
                  </a:lnTo>
                  <a:lnTo>
                    <a:pt x="18" y="0"/>
                  </a:lnTo>
                  <a:lnTo>
                    <a:pt x="66" y="111"/>
                  </a:lnTo>
                  <a:lnTo>
                    <a:pt x="48" y="118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" name="Google Shape;178;p13"/>
            <p:cNvSpPr/>
            <p:nvPr/>
          </p:nvSpPr>
          <p:spPr>
            <a:xfrm>
              <a:off x="1053101" y="4469925"/>
              <a:ext cx="193675" cy="106363"/>
            </a:xfrm>
            <a:custGeom>
              <a:avLst/>
              <a:gdLst/>
              <a:ahLst/>
              <a:cxnLst/>
              <a:rect l="l" t="t" r="r" b="b"/>
              <a:pathLst>
                <a:path w="122" h="67" extrusionOk="0">
                  <a:moveTo>
                    <a:pt x="8" y="67"/>
                  </a:moveTo>
                  <a:lnTo>
                    <a:pt x="0" y="49"/>
                  </a:lnTo>
                  <a:lnTo>
                    <a:pt x="114" y="0"/>
                  </a:lnTo>
                  <a:lnTo>
                    <a:pt x="122" y="18"/>
                  </a:lnTo>
                  <a:lnTo>
                    <a:pt x="8" y="6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9" name="Google Shape;179;p13"/>
          <p:cNvSpPr/>
          <p:nvPr/>
        </p:nvSpPr>
        <p:spPr>
          <a:xfrm>
            <a:off x="8629213" y="945988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228" h="228" extrusionOk="0">
                <a:moveTo>
                  <a:pt x="127" y="228"/>
                </a:moveTo>
                <a:lnTo>
                  <a:pt x="0" y="126"/>
                </a:lnTo>
                <a:lnTo>
                  <a:pt x="103" y="0"/>
                </a:lnTo>
                <a:lnTo>
                  <a:pt x="228" y="103"/>
                </a:lnTo>
                <a:lnTo>
                  <a:pt x="127" y="228"/>
                </a:lnTo>
                <a:close/>
                <a:moveTo>
                  <a:pt x="13" y="125"/>
                </a:moveTo>
                <a:lnTo>
                  <a:pt x="125" y="215"/>
                </a:lnTo>
                <a:lnTo>
                  <a:pt x="215" y="104"/>
                </a:lnTo>
                <a:lnTo>
                  <a:pt x="105" y="13"/>
                </a:lnTo>
                <a:lnTo>
                  <a:pt x="13" y="125"/>
                </a:lnTo>
                <a:close/>
                <a:moveTo>
                  <a:pt x="121" y="186"/>
                </a:moveTo>
                <a:lnTo>
                  <a:pt x="44" y="121"/>
                </a:lnTo>
                <a:lnTo>
                  <a:pt x="107" y="44"/>
                </a:lnTo>
                <a:lnTo>
                  <a:pt x="186" y="107"/>
                </a:lnTo>
                <a:lnTo>
                  <a:pt x="121" y="186"/>
                </a:lnTo>
                <a:close/>
                <a:moveTo>
                  <a:pt x="56" y="120"/>
                </a:moveTo>
                <a:lnTo>
                  <a:pt x="120" y="173"/>
                </a:lnTo>
                <a:lnTo>
                  <a:pt x="173" y="108"/>
                </a:lnTo>
                <a:lnTo>
                  <a:pt x="109" y="55"/>
                </a:lnTo>
                <a:lnTo>
                  <a:pt x="56" y="12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8695750" y="3281550"/>
            <a:ext cx="1571400" cy="1571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81" name="Google Shape;181;p13"/>
          <p:cNvSpPr/>
          <p:nvPr/>
        </p:nvSpPr>
        <p:spPr>
          <a:xfrm rot="1352045" flipH="1">
            <a:off x="241995" y="257548"/>
            <a:ext cx="269611" cy="269615"/>
          </a:xfrm>
          <a:custGeom>
            <a:avLst/>
            <a:gdLst/>
            <a:ahLst/>
            <a:cxnLst/>
            <a:rect l="l" t="t" r="r" b="b"/>
            <a:pathLst>
              <a:path w="210" h="210" extrusionOk="0">
                <a:moveTo>
                  <a:pt x="163" y="210"/>
                </a:moveTo>
                <a:lnTo>
                  <a:pt x="105" y="152"/>
                </a:lnTo>
                <a:lnTo>
                  <a:pt x="47" y="209"/>
                </a:lnTo>
                <a:lnTo>
                  <a:pt x="0" y="163"/>
                </a:lnTo>
                <a:lnTo>
                  <a:pt x="57" y="105"/>
                </a:lnTo>
                <a:lnTo>
                  <a:pt x="0" y="47"/>
                </a:lnTo>
                <a:lnTo>
                  <a:pt x="47" y="0"/>
                </a:lnTo>
                <a:lnTo>
                  <a:pt x="105" y="58"/>
                </a:lnTo>
                <a:lnTo>
                  <a:pt x="162" y="0"/>
                </a:lnTo>
                <a:lnTo>
                  <a:pt x="209" y="47"/>
                </a:lnTo>
                <a:lnTo>
                  <a:pt x="152" y="105"/>
                </a:lnTo>
                <a:lnTo>
                  <a:pt x="210" y="163"/>
                </a:lnTo>
                <a:lnTo>
                  <a:pt x="163" y="210"/>
                </a:lnTo>
                <a:close/>
                <a:moveTo>
                  <a:pt x="105" y="137"/>
                </a:moveTo>
                <a:lnTo>
                  <a:pt x="163" y="194"/>
                </a:lnTo>
                <a:lnTo>
                  <a:pt x="194" y="163"/>
                </a:lnTo>
                <a:lnTo>
                  <a:pt x="136" y="105"/>
                </a:lnTo>
                <a:lnTo>
                  <a:pt x="193" y="47"/>
                </a:lnTo>
                <a:lnTo>
                  <a:pt x="162" y="16"/>
                </a:lnTo>
                <a:lnTo>
                  <a:pt x="105" y="73"/>
                </a:lnTo>
                <a:lnTo>
                  <a:pt x="47" y="16"/>
                </a:lnTo>
                <a:lnTo>
                  <a:pt x="16" y="47"/>
                </a:lnTo>
                <a:lnTo>
                  <a:pt x="74" y="105"/>
                </a:lnTo>
                <a:lnTo>
                  <a:pt x="16" y="163"/>
                </a:lnTo>
                <a:lnTo>
                  <a:pt x="47" y="194"/>
                </a:lnTo>
                <a:lnTo>
                  <a:pt x="105" y="137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3"/>
          <p:cNvSpPr/>
          <p:nvPr/>
        </p:nvSpPr>
        <p:spPr>
          <a:xfrm rot="1352049" flipH="1">
            <a:off x="698006" y="184431"/>
            <a:ext cx="84735" cy="84736"/>
          </a:xfrm>
          <a:custGeom>
            <a:avLst/>
            <a:gdLst/>
            <a:ahLst/>
            <a:cxnLst/>
            <a:rect l="l" t="t" r="r" b="b"/>
            <a:pathLst>
              <a:path w="70" h="70" extrusionOk="0">
                <a:moveTo>
                  <a:pt x="35" y="0"/>
                </a:moveTo>
                <a:cubicBezTo>
                  <a:pt x="55" y="0"/>
                  <a:pt x="70" y="15"/>
                  <a:pt x="70" y="35"/>
                </a:cubicBezTo>
                <a:cubicBezTo>
                  <a:pt x="70" y="54"/>
                  <a:pt x="55" y="70"/>
                  <a:pt x="35" y="70"/>
                </a:cubicBezTo>
                <a:cubicBezTo>
                  <a:pt x="16" y="70"/>
                  <a:pt x="0" y="54"/>
                  <a:pt x="0" y="35"/>
                </a:cubicBezTo>
                <a:cubicBezTo>
                  <a:pt x="0" y="15"/>
                  <a:pt x="16" y="0"/>
                  <a:pt x="35" y="0"/>
                </a:cubicBezTo>
                <a:close/>
                <a:moveTo>
                  <a:pt x="57" y="35"/>
                </a:moveTo>
                <a:cubicBezTo>
                  <a:pt x="57" y="23"/>
                  <a:pt x="47" y="13"/>
                  <a:pt x="35" y="13"/>
                </a:cubicBezTo>
                <a:cubicBezTo>
                  <a:pt x="23" y="13"/>
                  <a:pt x="13" y="23"/>
                  <a:pt x="13" y="35"/>
                </a:cubicBezTo>
                <a:cubicBezTo>
                  <a:pt x="13" y="47"/>
                  <a:pt x="23" y="57"/>
                  <a:pt x="35" y="57"/>
                </a:cubicBezTo>
                <a:cubicBezTo>
                  <a:pt x="47" y="57"/>
                  <a:pt x="57" y="47"/>
                  <a:pt x="57" y="35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3"/>
          <p:cNvSpPr/>
          <p:nvPr/>
        </p:nvSpPr>
        <p:spPr>
          <a:xfrm rot="1351944" flipH="1">
            <a:off x="8808408" y="4490666"/>
            <a:ext cx="235671" cy="235660"/>
          </a:xfrm>
          <a:custGeom>
            <a:avLst/>
            <a:gdLst/>
            <a:ahLst/>
            <a:cxnLst/>
            <a:rect l="l" t="t" r="r" b="b"/>
            <a:pathLst>
              <a:path w="115" h="115" extrusionOk="0">
                <a:moveTo>
                  <a:pt x="115" y="47"/>
                </a:moveTo>
                <a:lnTo>
                  <a:pt x="68" y="115"/>
                </a:lnTo>
                <a:lnTo>
                  <a:pt x="0" y="69"/>
                </a:lnTo>
                <a:lnTo>
                  <a:pt x="47" y="0"/>
                </a:lnTo>
                <a:lnTo>
                  <a:pt x="115" y="47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3"/>
          <p:cNvSpPr/>
          <p:nvPr/>
        </p:nvSpPr>
        <p:spPr>
          <a:xfrm rot="516599">
            <a:off x="7885563" y="138531"/>
            <a:ext cx="309412" cy="308134"/>
          </a:xfrm>
          <a:custGeom>
            <a:avLst/>
            <a:gdLst/>
            <a:ahLst/>
            <a:cxnLst/>
            <a:rect l="l" t="t" r="r" b="b"/>
            <a:pathLst>
              <a:path w="241" h="240" extrusionOk="0">
                <a:moveTo>
                  <a:pt x="241" y="121"/>
                </a:moveTo>
                <a:lnTo>
                  <a:pt x="162" y="144"/>
                </a:lnTo>
                <a:lnTo>
                  <a:pt x="184" y="222"/>
                </a:lnTo>
                <a:lnTo>
                  <a:pt x="119" y="240"/>
                </a:lnTo>
                <a:lnTo>
                  <a:pt x="98" y="161"/>
                </a:lnTo>
                <a:lnTo>
                  <a:pt x="18" y="182"/>
                </a:lnTo>
                <a:lnTo>
                  <a:pt x="0" y="118"/>
                </a:lnTo>
                <a:lnTo>
                  <a:pt x="80" y="96"/>
                </a:lnTo>
                <a:lnTo>
                  <a:pt x="58" y="18"/>
                </a:lnTo>
                <a:lnTo>
                  <a:pt x="122" y="0"/>
                </a:lnTo>
                <a:lnTo>
                  <a:pt x="144" y="79"/>
                </a:lnTo>
                <a:lnTo>
                  <a:pt x="223" y="57"/>
                </a:lnTo>
                <a:lnTo>
                  <a:pt x="241" y="121"/>
                </a:lnTo>
                <a:close/>
                <a:moveTo>
                  <a:pt x="148" y="135"/>
                </a:moveTo>
                <a:lnTo>
                  <a:pt x="227" y="113"/>
                </a:lnTo>
                <a:lnTo>
                  <a:pt x="216" y="71"/>
                </a:lnTo>
                <a:lnTo>
                  <a:pt x="136" y="93"/>
                </a:lnTo>
                <a:lnTo>
                  <a:pt x="115" y="14"/>
                </a:lnTo>
                <a:lnTo>
                  <a:pt x="71" y="26"/>
                </a:lnTo>
                <a:lnTo>
                  <a:pt x="93" y="105"/>
                </a:lnTo>
                <a:lnTo>
                  <a:pt x="15" y="127"/>
                </a:lnTo>
                <a:lnTo>
                  <a:pt x="26" y="169"/>
                </a:lnTo>
                <a:lnTo>
                  <a:pt x="105" y="147"/>
                </a:lnTo>
                <a:lnTo>
                  <a:pt x="127" y="226"/>
                </a:lnTo>
                <a:lnTo>
                  <a:pt x="169" y="214"/>
                </a:lnTo>
                <a:lnTo>
                  <a:pt x="148" y="13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3"/>
          <p:cNvSpPr/>
          <p:nvPr/>
        </p:nvSpPr>
        <p:spPr>
          <a:xfrm rot="4069167" flipH="1">
            <a:off x="8844903" y="2168472"/>
            <a:ext cx="178649" cy="178651"/>
          </a:xfrm>
          <a:custGeom>
            <a:avLst/>
            <a:gdLst/>
            <a:ahLst/>
            <a:cxnLst/>
            <a:rect l="l" t="t" r="r" b="b"/>
            <a:pathLst>
              <a:path w="99" h="99" extrusionOk="0">
                <a:moveTo>
                  <a:pt x="64" y="47"/>
                </a:moveTo>
                <a:lnTo>
                  <a:pt x="99" y="85"/>
                </a:lnTo>
                <a:lnTo>
                  <a:pt x="52" y="64"/>
                </a:lnTo>
                <a:lnTo>
                  <a:pt x="13" y="99"/>
                </a:lnTo>
                <a:lnTo>
                  <a:pt x="35" y="51"/>
                </a:lnTo>
                <a:lnTo>
                  <a:pt x="0" y="13"/>
                </a:lnTo>
                <a:lnTo>
                  <a:pt x="47" y="35"/>
                </a:lnTo>
                <a:lnTo>
                  <a:pt x="86" y="0"/>
                </a:lnTo>
                <a:lnTo>
                  <a:pt x="64" y="4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" name="Google Shape;186;p13"/>
          <p:cNvGrpSpPr/>
          <p:nvPr/>
        </p:nvGrpSpPr>
        <p:grpSpPr>
          <a:xfrm>
            <a:off x="200614" y="4744595"/>
            <a:ext cx="287205" cy="202895"/>
            <a:chOff x="4880239" y="4742045"/>
            <a:chExt cx="287205" cy="202895"/>
          </a:xfrm>
        </p:grpSpPr>
        <p:sp>
          <p:nvSpPr>
            <p:cNvPr id="187" name="Google Shape;187;p13"/>
            <p:cNvSpPr/>
            <p:nvPr/>
          </p:nvSpPr>
          <p:spPr>
            <a:xfrm rot="1352049" flipH="1">
              <a:off x="4900333" y="4793890"/>
              <a:ext cx="130954" cy="130956"/>
            </a:xfrm>
            <a:custGeom>
              <a:avLst/>
              <a:gdLst/>
              <a:ahLst/>
              <a:cxnLst/>
              <a:rect l="l" t="t" r="r" b="b"/>
              <a:pathLst>
                <a:path w="108" h="108" extrusionOk="0">
                  <a:moveTo>
                    <a:pt x="78" y="13"/>
                  </a:moveTo>
                  <a:cubicBezTo>
                    <a:pt x="100" y="26"/>
                    <a:pt x="108" y="55"/>
                    <a:pt x="96" y="77"/>
                  </a:cubicBezTo>
                  <a:cubicBezTo>
                    <a:pt x="83" y="100"/>
                    <a:pt x="54" y="108"/>
                    <a:pt x="31" y="95"/>
                  </a:cubicBezTo>
                  <a:cubicBezTo>
                    <a:pt x="8" y="82"/>
                    <a:pt x="0" y="53"/>
                    <a:pt x="13" y="31"/>
                  </a:cubicBezTo>
                  <a:cubicBezTo>
                    <a:pt x="26" y="8"/>
                    <a:pt x="55" y="0"/>
                    <a:pt x="78" y="1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13"/>
            <p:cNvSpPr/>
            <p:nvPr/>
          </p:nvSpPr>
          <p:spPr>
            <a:xfrm rot="1352051" flipH="1">
              <a:off x="5077358" y="4754110"/>
              <a:ext cx="78315" cy="77033"/>
            </a:xfrm>
            <a:custGeom>
              <a:avLst/>
              <a:gdLst/>
              <a:ahLst/>
              <a:cxnLst/>
              <a:rect l="l" t="t" r="r" b="b"/>
              <a:pathLst>
                <a:path w="65" h="64" extrusionOk="0">
                  <a:moveTo>
                    <a:pt x="46" y="7"/>
                  </a:moveTo>
                  <a:cubicBezTo>
                    <a:pt x="60" y="15"/>
                    <a:pt x="65" y="32"/>
                    <a:pt x="57" y="46"/>
                  </a:cubicBezTo>
                  <a:cubicBezTo>
                    <a:pt x="49" y="59"/>
                    <a:pt x="32" y="64"/>
                    <a:pt x="18" y="56"/>
                  </a:cubicBezTo>
                  <a:cubicBezTo>
                    <a:pt x="5" y="49"/>
                    <a:pt x="0" y="32"/>
                    <a:pt x="8" y="18"/>
                  </a:cubicBezTo>
                  <a:cubicBezTo>
                    <a:pt x="15" y="4"/>
                    <a:pt x="33" y="0"/>
                    <a:pt x="46" y="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14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4"/>
          <p:cNvSpPr txBox="1">
            <a:spLocks noGrp="1"/>
          </p:cNvSpPr>
          <p:nvPr>
            <p:ph type="subTitle" idx="1"/>
          </p:nvPr>
        </p:nvSpPr>
        <p:spPr>
          <a:xfrm>
            <a:off x="4663950" y="1909025"/>
            <a:ext cx="3266700" cy="252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4663950" y="629425"/>
            <a:ext cx="3266700" cy="122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93" name="Google Shape;193;p14"/>
          <p:cNvGrpSpPr/>
          <p:nvPr/>
        </p:nvGrpSpPr>
        <p:grpSpPr>
          <a:xfrm>
            <a:off x="214673" y="-1136700"/>
            <a:ext cx="10113852" cy="6148105"/>
            <a:chOff x="214673" y="-1136700"/>
            <a:chExt cx="10113852" cy="6148105"/>
          </a:xfrm>
        </p:grpSpPr>
        <p:sp>
          <p:nvSpPr>
            <p:cNvPr id="194" name="Google Shape;194;p14"/>
            <p:cNvSpPr/>
            <p:nvPr/>
          </p:nvSpPr>
          <p:spPr>
            <a:xfrm rot="4310509" flipH="1">
              <a:off x="236855" y="2924213"/>
              <a:ext cx="169382" cy="169373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5070200" y="-1136700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8493425" y="2773400"/>
              <a:ext cx="1835100" cy="18351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97" name="Google Shape;197;p14"/>
            <p:cNvGrpSpPr/>
            <p:nvPr/>
          </p:nvGrpSpPr>
          <p:grpSpPr>
            <a:xfrm rot="-387681">
              <a:off x="233772" y="326134"/>
              <a:ext cx="398978" cy="361956"/>
              <a:chOff x="7719165" y="612886"/>
              <a:chExt cx="670121" cy="607940"/>
            </a:xfrm>
          </p:grpSpPr>
          <p:sp>
            <p:nvSpPr>
              <p:cNvPr id="198" name="Google Shape;198;p14"/>
              <p:cNvSpPr/>
              <p:nvPr/>
            </p:nvSpPr>
            <p:spPr>
              <a:xfrm>
                <a:off x="7719165" y="992849"/>
                <a:ext cx="227980" cy="227977"/>
              </a:xfrm>
              <a:custGeom>
                <a:avLst/>
                <a:gdLst/>
                <a:ahLst/>
                <a:cxnLst/>
                <a:rect l="l" t="t" r="r" b="b"/>
                <a:pathLst>
                  <a:path w="70" h="70" extrusionOk="0">
                    <a:moveTo>
                      <a:pt x="35" y="0"/>
                    </a:moveTo>
                    <a:cubicBezTo>
                      <a:pt x="55" y="0"/>
                      <a:pt x="70" y="16"/>
                      <a:pt x="70" y="35"/>
                    </a:cubicBezTo>
                    <a:cubicBezTo>
                      <a:pt x="70" y="54"/>
                      <a:pt x="55" y="70"/>
                      <a:pt x="35" y="70"/>
                    </a:cubicBezTo>
                    <a:cubicBezTo>
                      <a:pt x="16" y="70"/>
                      <a:pt x="0" y="54"/>
                      <a:pt x="0" y="35"/>
                    </a:cubicBezTo>
                    <a:cubicBezTo>
                      <a:pt x="0" y="16"/>
                      <a:pt x="16" y="0"/>
                      <a:pt x="35" y="0"/>
                    </a:cubicBezTo>
                    <a:close/>
                    <a:moveTo>
                      <a:pt x="57" y="35"/>
                    </a:moveTo>
                    <a:cubicBezTo>
                      <a:pt x="57" y="23"/>
                      <a:pt x="47" y="13"/>
                      <a:pt x="35" y="13"/>
                    </a:cubicBezTo>
                    <a:cubicBezTo>
                      <a:pt x="23" y="13"/>
                      <a:pt x="13" y="23"/>
                      <a:pt x="13" y="35"/>
                    </a:cubicBezTo>
                    <a:cubicBezTo>
                      <a:pt x="13" y="47"/>
                      <a:pt x="23" y="57"/>
                      <a:pt x="35" y="57"/>
                    </a:cubicBezTo>
                    <a:cubicBezTo>
                      <a:pt x="47" y="57"/>
                      <a:pt x="57" y="47"/>
                      <a:pt x="57" y="3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9" name="Google Shape;199;p14"/>
              <p:cNvSpPr/>
              <p:nvPr/>
            </p:nvSpPr>
            <p:spPr>
              <a:xfrm>
                <a:off x="8009320" y="612886"/>
                <a:ext cx="379966" cy="38341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11" extrusionOk="0">
                    <a:moveTo>
                      <a:pt x="110" y="75"/>
                    </a:moveTo>
                    <a:lnTo>
                      <a:pt x="36" y="111"/>
                    </a:lnTo>
                    <a:lnTo>
                      <a:pt x="0" y="36"/>
                    </a:lnTo>
                    <a:lnTo>
                      <a:pt x="74" y="0"/>
                    </a:lnTo>
                    <a:lnTo>
                      <a:pt x="110" y="7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0" name="Google Shape;200;p14"/>
            <p:cNvSpPr/>
            <p:nvPr/>
          </p:nvSpPr>
          <p:spPr>
            <a:xfrm rot="1352040" flipH="1">
              <a:off x="7143558" y="4794994"/>
              <a:ext cx="187621" cy="18762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14"/>
            <p:cNvSpPr/>
            <p:nvPr/>
          </p:nvSpPr>
          <p:spPr>
            <a:xfrm rot="1351944" flipH="1">
              <a:off x="8757058" y="2816929"/>
              <a:ext cx="235671" cy="235660"/>
            </a:xfrm>
            <a:custGeom>
              <a:avLst/>
              <a:gdLst/>
              <a:ahLst/>
              <a:cxnLst/>
              <a:rect l="l" t="t" r="r" b="b"/>
              <a:pathLst>
                <a:path w="115" h="115" extrusionOk="0">
                  <a:moveTo>
                    <a:pt x="115" y="47"/>
                  </a:moveTo>
                  <a:lnTo>
                    <a:pt x="68" y="115"/>
                  </a:lnTo>
                  <a:lnTo>
                    <a:pt x="0" y="69"/>
                  </a:lnTo>
                  <a:lnTo>
                    <a:pt x="47" y="0"/>
                  </a:lnTo>
                  <a:lnTo>
                    <a:pt x="115" y="4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6253137" y="144720"/>
              <a:ext cx="194200" cy="194200"/>
            </a:xfrm>
            <a:custGeom>
              <a:avLst/>
              <a:gdLst/>
              <a:ahLst/>
              <a:cxnLst/>
              <a:rect l="l" t="t" r="r" b="b"/>
              <a:pathLst>
                <a:path w="63" h="63" extrusionOk="0">
                  <a:moveTo>
                    <a:pt x="59" y="24"/>
                  </a:moveTo>
                  <a:cubicBezTo>
                    <a:pt x="63" y="39"/>
                    <a:pt x="54" y="55"/>
                    <a:pt x="39" y="59"/>
                  </a:cubicBezTo>
                  <a:cubicBezTo>
                    <a:pt x="24" y="63"/>
                    <a:pt x="8" y="54"/>
                    <a:pt x="4" y="39"/>
                  </a:cubicBezTo>
                  <a:cubicBezTo>
                    <a:pt x="0" y="24"/>
                    <a:pt x="9" y="8"/>
                    <a:pt x="24" y="4"/>
                  </a:cubicBezTo>
                  <a:cubicBezTo>
                    <a:pt x="39" y="0"/>
                    <a:pt x="55" y="9"/>
                    <a:pt x="59" y="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14"/>
            <p:cNvSpPr/>
            <p:nvPr/>
          </p:nvSpPr>
          <p:spPr>
            <a:xfrm rot="2979644" flipH="1">
              <a:off x="5223855" y="113263"/>
              <a:ext cx="169382" cy="169372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8595463" y="405713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127" y="228"/>
                  </a:moveTo>
                  <a:lnTo>
                    <a:pt x="0" y="126"/>
                  </a:lnTo>
                  <a:lnTo>
                    <a:pt x="103" y="0"/>
                  </a:lnTo>
                  <a:lnTo>
                    <a:pt x="228" y="103"/>
                  </a:lnTo>
                  <a:lnTo>
                    <a:pt x="127" y="228"/>
                  </a:lnTo>
                  <a:close/>
                  <a:moveTo>
                    <a:pt x="13" y="125"/>
                  </a:moveTo>
                  <a:lnTo>
                    <a:pt x="125" y="215"/>
                  </a:lnTo>
                  <a:lnTo>
                    <a:pt x="215" y="104"/>
                  </a:lnTo>
                  <a:lnTo>
                    <a:pt x="105" y="13"/>
                  </a:lnTo>
                  <a:lnTo>
                    <a:pt x="13" y="125"/>
                  </a:lnTo>
                  <a:close/>
                  <a:moveTo>
                    <a:pt x="121" y="186"/>
                  </a:moveTo>
                  <a:lnTo>
                    <a:pt x="44" y="121"/>
                  </a:lnTo>
                  <a:lnTo>
                    <a:pt x="107" y="44"/>
                  </a:lnTo>
                  <a:lnTo>
                    <a:pt x="186" y="107"/>
                  </a:lnTo>
                  <a:lnTo>
                    <a:pt x="121" y="186"/>
                  </a:lnTo>
                  <a:close/>
                  <a:moveTo>
                    <a:pt x="56" y="120"/>
                  </a:moveTo>
                  <a:lnTo>
                    <a:pt x="120" y="173"/>
                  </a:lnTo>
                  <a:lnTo>
                    <a:pt x="173" y="108"/>
                  </a:lnTo>
                  <a:lnTo>
                    <a:pt x="109" y="55"/>
                  </a:lnTo>
                  <a:lnTo>
                    <a:pt x="56" y="1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17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1" name="Google Shape;261;p17"/>
          <p:cNvSpPr txBox="1">
            <a:spLocks noGrp="1"/>
          </p:cNvSpPr>
          <p:nvPr>
            <p:ph type="subTitle" idx="1"/>
          </p:nvPr>
        </p:nvSpPr>
        <p:spPr>
          <a:xfrm>
            <a:off x="1029299" y="1956030"/>
            <a:ext cx="19869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17"/>
          <p:cNvSpPr txBox="1">
            <a:spLocks noGrp="1"/>
          </p:cNvSpPr>
          <p:nvPr>
            <p:ph type="subTitle" idx="2"/>
          </p:nvPr>
        </p:nvSpPr>
        <p:spPr>
          <a:xfrm>
            <a:off x="3575256" y="1956030"/>
            <a:ext cx="19869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17"/>
          <p:cNvSpPr txBox="1">
            <a:spLocks noGrp="1"/>
          </p:cNvSpPr>
          <p:nvPr>
            <p:ph type="subTitle" idx="3"/>
          </p:nvPr>
        </p:nvSpPr>
        <p:spPr>
          <a:xfrm>
            <a:off x="6129878" y="1956030"/>
            <a:ext cx="19830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4" name="Google Shape;264;p17"/>
          <p:cNvSpPr txBox="1">
            <a:spLocks noGrp="1"/>
          </p:cNvSpPr>
          <p:nvPr>
            <p:ph type="subTitle" idx="4"/>
          </p:nvPr>
        </p:nvSpPr>
        <p:spPr>
          <a:xfrm>
            <a:off x="1029299" y="3575575"/>
            <a:ext cx="19869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5" name="Google Shape;265;p17"/>
          <p:cNvSpPr txBox="1">
            <a:spLocks noGrp="1"/>
          </p:cNvSpPr>
          <p:nvPr>
            <p:ph type="subTitle" idx="5"/>
          </p:nvPr>
        </p:nvSpPr>
        <p:spPr>
          <a:xfrm>
            <a:off x="3575256" y="3575575"/>
            <a:ext cx="19869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6" name="Google Shape;266;p17"/>
          <p:cNvSpPr txBox="1">
            <a:spLocks noGrp="1"/>
          </p:cNvSpPr>
          <p:nvPr>
            <p:ph type="subTitle" idx="6"/>
          </p:nvPr>
        </p:nvSpPr>
        <p:spPr>
          <a:xfrm>
            <a:off x="6129878" y="3575575"/>
            <a:ext cx="1983000" cy="60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67" name="Google Shape;267;p17"/>
          <p:cNvSpPr txBox="1">
            <a:spLocks noGrp="1"/>
          </p:cNvSpPr>
          <p:nvPr>
            <p:ph type="subTitle" idx="7"/>
          </p:nvPr>
        </p:nvSpPr>
        <p:spPr>
          <a:xfrm>
            <a:off x="1029299" y="1285875"/>
            <a:ext cx="1986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sp>
        <p:nvSpPr>
          <p:cNvPr id="268" name="Google Shape;268;p17"/>
          <p:cNvSpPr txBox="1">
            <a:spLocks noGrp="1"/>
          </p:cNvSpPr>
          <p:nvPr>
            <p:ph type="subTitle" idx="8"/>
          </p:nvPr>
        </p:nvSpPr>
        <p:spPr>
          <a:xfrm>
            <a:off x="3575256" y="1285875"/>
            <a:ext cx="1986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subTitle" idx="9"/>
          </p:nvPr>
        </p:nvSpPr>
        <p:spPr>
          <a:xfrm>
            <a:off x="6129878" y="1285875"/>
            <a:ext cx="19830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subTitle" idx="13"/>
          </p:nvPr>
        </p:nvSpPr>
        <p:spPr>
          <a:xfrm>
            <a:off x="1029299" y="2900925"/>
            <a:ext cx="1986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sp>
        <p:nvSpPr>
          <p:cNvPr id="271" name="Google Shape;271;p17"/>
          <p:cNvSpPr txBox="1">
            <a:spLocks noGrp="1"/>
          </p:cNvSpPr>
          <p:nvPr>
            <p:ph type="subTitle" idx="14"/>
          </p:nvPr>
        </p:nvSpPr>
        <p:spPr>
          <a:xfrm>
            <a:off x="3575252" y="2900925"/>
            <a:ext cx="1986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sp>
        <p:nvSpPr>
          <p:cNvPr id="272" name="Google Shape;272;p17"/>
          <p:cNvSpPr txBox="1">
            <a:spLocks noGrp="1"/>
          </p:cNvSpPr>
          <p:nvPr>
            <p:ph type="subTitle" idx="15"/>
          </p:nvPr>
        </p:nvSpPr>
        <p:spPr>
          <a:xfrm>
            <a:off x="6127801" y="2900925"/>
            <a:ext cx="1986900" cy="672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grpSp>
        <p:nvGrpSpPr>
          <p:cNvPr id="273" name="Google Shape;273;p17"/>
          <p:cNvGrpSpPr/>
          <p:nvPr/>
        </p:nvGrpSpPr>
        <p:grpSpPr>
          <a:xfrm>
            <a:off x="-2383025" y="-1362825"/>
            <a:ext cx="12280425" cy="6658150"/>
            <a:chOff x="-2383025" y="-1362825"/>
            <a:chExt cx="12280425" cy="6658150"/>
          </a:xfrm>
        </p:grpSpPr>
        <p:sp>
          <p:nvSpPr>
            <p:cNvPr id="274" name="Google Shape;274;p17"/>
            <p:cNvSpPr/>
            <p:nvPr/>
          </p:nvSpPr>
          <p:spPr>
            <a:xfrm>
              <a:off x="6679600" y="-1362825"/>
              <a:ext cx="1749300" cy="1749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75" name="Google Shape;275;p17"/>
            <p:cNvSpPr/>
            <p:nvPr/>
          </p:nvSpPr>
          <p:spPr>
            <a:xfrm>
              <a:off x="-2383025" y="1390350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76" name="Google Shape;276;p17"/>
            <p:cNvSpPr/>
            <p:nvPr/>
          </p:nvSpPr>
          <p:spPr>
            <a:xfrm>
              <a:off x="8326000" y="3723925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277" name="Google Shape;277;p17"/>
            <p:cNvSpPr/>
            <p:nvPr/>
          </p:nvSpPr>
          <p:spPr>
            <a:xfrm rot="1352040" flipH="1">
              <a:off x="6942408" y="117344"/>
              <a:ext cx="187621" cy="18762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17"/>
            <p:cNvSpPr/>
            <p:nvPr/>
          </p:nvSpPr>
          <p:spPr>
            <a:xfrm rot="1352050" flipH="1">
              <a:off x="145792" y="3613678"/>
              <a:ext cx="147643" cy="147646"/>
            </a:xfrm>
            <a:custGeom>
              <a:avLst/>
              <a:gdLst/>
              <a:ahLst/>
              <a:cxnLst/>
              <a:rect l="l" t="t" r="r" b="b"/>
              <a:pathLst>
                <a:path w="115" h="115" extrusionOk="0">
                  <a:moveTo>
                    <a:pt x="115" y="47"/>
                  </a:moveTo>
                  <a:lnTo>
                    <a:pt x="68" y="115"/>
                  </a:lnTo>
                  <a:lnTo>
                    <a:pt x="0" y="69"/>
                  </a:lnTo>
                  <a:lnTo>
                    <a:pt x="47" y="0"/>
                  </a:lnTo>
                  <a:lnTo>
                    <a:pt x="115" y="4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7"/>
            <p:cNvSpPr/>
            <p:nvPr/>
          </p:nvSpPr>
          <p:spPr>
            <a:xfrm rot="4069167" flipH="1">
              <a:off x="8339578" y="4825422"/>
              <a:ext cx="178649" cy="178651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17"/>
            <p:cNvSpPr/>
            <p:nvPr/>
          </p:nvSpPr>
          <p:spPr>
            <a:xfrm>
              <a:off x="1936213" y="4651238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127" y="228"/>
                  </a:moveTo>
                  <a:lnTo>
                    <a:pt x="0" y="126"/>
                  </a:lnTo>
                  <a:lnTo>
                    <a:pt x="103" y="0"/>
                  </a:lnTo>
                  <a:lnTo>
                    <a:pt x="228" y="103"/>
                  </a:lnTo>
                  <a:lnTo>
                    <a:pt x="127" y="228"/>
                  </a:lnTo>
                  <a:close/>
                  <a:moveTo>
                    <a:pt x="13" y="125"/>
                  </a:moveTo>
                  <a:lnTo>
                    <a:pt x="125" y="215"/>
                  </a:lnTo>
                  <a:lnTo>
                    <a:pt x="215" y="104"/>
                  </a:lnTo>
                  <a:lnTo>
                    <a:pt x="105" y="13"/>
                  </a:lnTo>
                  <a:lnTo>
                    <a:pt x="13" y="125"/>
                  </a:lnTo>
                  <a:close/>
                  <a:moveTo>
                    <a:pt x="121" y="186"/>
                  </a:moveTo>
                  <a:lnTo>
                    <a:pt x="44" y="121"/>
                  </a:lnTo>
                  <a:lnTo>
                    <a:pt x="107" y="44"/>
                  </a:lnTo>
                  <a:lnTo>
                    <a:pt x="186" y="107"/>
                  </a:lnTo>
                  <a:lnTo>
                    <a:pt x="121" y="186"/>
                  </a:lnTo>
                  <a:close/>
                  <a:moveTo>
                    <a:pt x="56" y="120"/>
                  </a:moveTo>
                  <a:lnTo>
                    <a:pt x="120" y="173"/>
                  </a:lnTo>
                  <a:lnTo>
                    <a:pt x="173" y="108"/>
                  </a:lnTo>
                  <a:lnTo>
                    <a:pt x="109" y="55"/>
                  </a:lnTo>
                  <a:lnTo>
                    <a:pt x="56" y="1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17"/>
            <p:cNvSpPr/>
            <p:nvPr/>
          </p:nvSpPr>
          <p:spPr>
            <a:xfrm>
              <a:off x="204487" y="2041220"/>
              <a:ext cx="194200" cy="194200"/>
            </a:xfrm>
            <a:custGeom>
              <a:avLst/>
              <a:gdLst/>
              <a:ahLst/>
              <a:cxnLst/>
              <a:rect l="l" t="t" r="r" b="b"/>
              <a:pathLst>
                <a:path w="63" h="63" extrusionOk="0">
                  <a:moveTo>
                    <a:pt x="59" y="24"/>
                  </a:moveTo>
                  <a:cubicBezTo>
                    <a:pt x="63" y="39"/>
                    <a:pt x="54" y="55"/>
                    <a:pt x="39" y="59"/>
                  </a:cubicBezTo>
                  <a:cubicBezTo>
                    <a:pt x="24" y="63"/>
                    <a:pt x="8" y="54"/>
                    <a:pt x="4" y="39"/>
                  </a:cubicBezTo>
                  <a:cubicBezTo>
                    <a:pt x="0" y="24"/>
                    <a:pt x="9" y="8"/>
                    <a:pt x="24" y="4"/>
                  </a:cubicBezTo>
                  <a:cubicBezTo>
                    <a:pt x="39" y="0"/>
                    <a:pt x="55" y="9"/>
                    <a:pt x="59" y="2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2" name="Google Shape;282;p17"/>
            <p:cNvGrpSpPr/>
            <p:nvPr/>
          </p:nvGrpSpPr>
          <p:grpSpPr>
            <a:xfrm>
              <a:off x="8735301" y="1421200"/>
              <a:ext cx="193675" cy="187325"/>
              <a:chOff x="1053101" y="4428650"/>
              <a:chExt cx="193675" cy="187325"/>
            </a:xfrm>
          </p:grpSpPr>
          <p:sp>
            <p:nvSpPr>
              <p:cNvPr id="283" name="Google Shape;283;p17"/>
              <p:cNvSpPr/>
              <p:nvPr/>
            </p:nvSpPr>
            <p:spPr>
              <a:xfrm>
                <a:off x="1097551" y="4428650"/>
                <a:ext cx="104775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8" extrusionOk="0">
                    <a:moveTo>
                      <a:pt x="48" y="118"/>
                    </a:moveTo>
                    <a:lnTo>
                      <a:pt x="0" y="8"/>
                    </a:lnTo>
                    <a:lnTo>
                      <a:pt x="18" y="0"/>
                    </a:lnTo>
                    <a:lnTo>
                      <a:pt x="66" y="111"/>
                    </a:lnTo>
                    <a:lnTo>
                      <a:pt x="48" y="118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1053101" y="4469925"/>
                <a:ext cx="193675" cy="10636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7" extrusionOk="0">
                    <a:moveTo>
                      <a:pt x="8" y="67"/>
                    </a:moveTo>
                    <a:lnTo>
                      <a:pt x="0" y="49"/>
                    </a:lnTo>
                    <a:lnTo>
                      <a:pt x="114" y="0"/>
                    </a:lnTo>
                    <a:lnTo>
                      <a:pt x="122" y="18"/>
                    </a:lnTo>
                    <a:lnTo>
                      <a:pt x="8" y="67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5" name="Google Shape;285;p17"/>
            <p:cNvGrpSpPr/>
            <p:nvPr/>
          </p:nvGrpSpPr>
          <p:grpSpPr>
            <a:xfrm rot="-7025661">
              <a:off x="2350670" y="79049"/>
              <a:ext cx="399021" cy="361995"/>
              <a:chOff x="7719165" y="612886"/>
              <a:chExt cx="670121" cy="607940"/>
            </a:xfrm>
          </p:grpSpPr>
          <p:sp>
            <p:nvSpPr>
              <p:cNvPr id="286" name="Google Shape;286;p17"/>
              <p:cNvSpPr/>
              <p:nvPr/>
            </p:nvSpPr>
            <p:spPr>
              <a:xfrm>
                <a:off x="7719165" y="992849"/>
                <a:ext cx="227980" cy="227977"/>
              </a:xfrm>
              <a:custGeom>
                <a:avLst/>
                <a:gdLst/>
                <a:ahLst/>
                <a:cxnLst/>
                <a:rect l="l" t="t" r="r" b="b"/>
                <a:pathLst>
                  <a:path w="70" h="70" extrusionOk="0">
                    <a:moveTo>
                      <a:pt x="35" y="0"/>
                    </a:moveTo>
                    <a:cubicBezTo>
                      <a:pt x="55" y="0"/>
                      <a:pt x="70" y="16"/>
                      <a:pt x="70" y="35"/>
                    </a:cubicBezTo>
                    <a:cubicBezTo>
                      <a:pt x="70" y="54"/>
                      <a:pt x="55" y="70"/>
                      <a:pt x="35" y="70"/>
                    </a:cubicBezTo>
                    <a:cubicBezTo>
                      <a:pt x="16" y="70"/>
                      <a:pt x="0" y="54"/>
                      <a:pt x="0" y="35"/>
                    </a:cubicBezTo>
                    <a:cubicBezTo>
                      <a:pt x="0" y="16"/>
                      <a:pt x="16" y="0"/>
                      <a:pt x="35" y="0"/>
                    </a:cubicBezTo>
                    <a:close/>
                    <a:moveTo>
                      <a:pt x="57" y="35"/>
                    </a:moveTo>
                    <a:cubicBezTo>
                      <a:pt x="57" y="23"/>
                      <a:pt x="47" y="13"/>
                      <a:pt x="35" y="13"/>
                    </a:cubicBezTo>
                    <a:cubicBezTo>
                      <a:pt x="23" y="13"/>
                      <a:pt x="13" y="23"/>
                      <a:pt x="13" y="35"/>
                    </a:cubicBezTo>
                    <a:cubicBezTo>
                      <a:pt x="13" y="47"/>
                      <a:pt x="23" y="57"/>
                      <a:pt x="35" y="57"/>
                    </a:cubicBezTo>
                    <a:cubicBezTo>
                      <a:pt x="47" y="57"/>
                      <a:pt x="57" y="47"/>
                      <a:pt x="57" y="3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8009320" y="612886"/>
                <a:ext cx="379966" cy="383415"/>
              </a:xfrm>
              <a:custGeom>
                <a:avLst/>
                <a:gdLst/>
                <a:ahLst/>
                <a:cxnLst/>
                <a:rect l="l" t="t" r="r" b="b"/>
                <a:pathLst>
                  <a:path w="110" h="111" extrusionOk="0">
                    <a:moveTo>
                      <a:pt x="110" y="75"/>
                    </a:moveTo>
                    <a:lnTo>
                      <a:pt x="36" y="111"/>
                    </a:lnTo>
                    <a:lnTo>
                      <a:pt x="0" y="36"/>
                    </a:lnTo>
                    <a:lnTo>
                      <a:pt x="74" y="0"/>
                    </a:lnTo>
                    <a:lnTo>
                      <a:pt x="110" y="7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" name="Google Shape;288;p17"/>
            <p:cNvSpPr/>
            <p:nvPr/>
          </p:nvSpPr>
          <p:spPr>
            <a:xfrm rot="1352049" flipH="1">
              <a:off x="4814919" y="4747106"/>
              <a:ext cx="84735" cy="84736"/>
            </a:xfrm>
            <a:custGeom>
              <a:avLst/>
              <a:gdLst/>
              <a:ahLst/>
              <a:cxnLst/>
              <a:rect l="l" t="t" r="r" b="b"/>
              <a:pathLst>
                <a:path w="70" h="70" extrusionOk="0">
                  <a:moveTo>
                    <a:pt x="35" y="0"/>
                  </a:moveTo>
                  <a:cubicBezTo>
                    <a:pt x="55" y="0"/>
                    <a:pt x="70" y="15"/>
                    <a:pt x="70" y="35"/>
                  </a:cubicBezTo>
                  <a:cubicBezTo>
                    <a:pt x="70" y="54"/>
                    <a:pt x="55" y="70"/>
                    <a:pt x="35" y="70"/>
                  </a:cubicBezTo>
                  <a:cubicBezTo>
                    <a:pt x="16" y="70"/>
                    <a:pt x="0" y="54"/>
                    <a:pt x="0" y="35"/>
                  </a:cubicBezTo>
                  <a:cubicBezTo>
                    <a:pt x="0" y="15"/>
                    <a:pt x="16" y="0"/>
                    <a:pt x="35" y="0"/>
                  </a:cubicBezTo>
                  <a:close/>
                  <a:moveTo>
                    <a:pt x="57" y="35"/>
                  </a:moveTo>
                  <a:cubicBezTo>
                    <a:pt x="57" y="23"/>
                    <a:pt x="47" y="13"/>
                    <a:pt x="35" y="13"/>
                  </a:cubicBezTo>
                  <a:cubicBezTo>
                    <a:pt x="23" y="13"/>
                    <a:pt x="13" y="23"/>
                    <a:pt x="13" y="35"/>
                  </a:cubicBezTo>
                  <a:cubicBezTo>
                    <a:pt x="13" y="47"/>
                    <a:pt x="23" y="57"/>
                    <a:pt x="35" y="57"/>
                  </a:cubicBezTo>
                  <a:cubicBezTo>
                    <a:pt x="47" y="57"/>
                    <a:pt x="57" y="47"/>
                    <a:pt x="57" y="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19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313" name="Google Shape;313;p19"/>
          <p:cNvGrpSpPr/>
          <p:nvPr/>
        </p:nvGrpSpPr>
        <p:grpSpPr>
          <a:xfrm>
            <a:off x="-856300" y="-2214350"/>
            <a:ext cx="11205018" cy="7684699"/>
            <a:chOff x="-856300" y="-2214350"/>
            <a:chExt cx="11205018" cy="7684699"/>
          </a:xfrm>
        </p:grpSpPr>
        <p:sp>
          <p:nvSpPr>
            <p:cNvPr id="314" name="Google Shape;314;p19"/>
            <p:cNvSpPr/>
            <p:nvPr/>
          </p:nvSpPr>
          <p:spPr>
            <a:xfrm rot="10800000">
              <a:off x="6602775" y="-2214350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315" name="Google Shape;315;p19"/>
            <p:cNvGrpSpPr/>
            <p:nvPr/>
          </p:nvGrpSpPr>
          <p:grpSpPr>
            <a:xfrm rot="10390621">
              <a:off x="8559848" y="419201"/>
              <a:ext cx="193671" cy="187322"/>
              <a:chOff x="1053101" y="4428650"/>
              <a:chExt cx="193675" cy="187325"/>
            </a:xfrm>
          </p:grpSpPr>
          <p:sp>
            <p:nvSpPr>
              <p:cNvPr id="316" name="Google Shape;316;p19"/>
              <p:cNvSpPr/>
              <p:nvPr/>
            </p:nvSpPr>
            <p:spPr>
              <a:xfrm>
                <a:off x="1097551" y="4428650"/>
                <a:ext cx="104775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8" extrusionOk="0">
                    <a:moveTo>
                      <a:pt x="48" y="118"/>
                    </a:moveTo>
                    <a:lnTo>
                      <a:pt x="0" y="8"/>
                    </a:lnTo>
                    <a:lnTo>
                      <a:pt x="18" y="0"/>
                    </a:lnTo>
                    <a:lnTo>
                      <a:pt x="66" y="111"/>
                    </a:lnTo>
                    <a:lnTo>
                      <a:pt x="48" y="1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9"/>
              <p:cNvSpPr/>
              <p:nvPr/>
            </p:nvSpPr>
            <p:spPr>
              <a:xfrm>
                <a:off x="1053101" y="4469925"/>
                <a:ext cx="193675" cy="10636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7" extrusionOk="0">
                    <a:moveTo>
                      <a:pt x="8" y="67"/>
                    </a:moveTo>
                    <a:lnTo>
                      <a:pt x="0" y="49"/>
                    </a:lnTo>
                    <a:lnTo>
                      <a:pt x="114" y="0"/>
                    </a:lnTo>
                    <a:lnTo>
                      <a:pt x="122" y="18"/>
                    </a:lnTo>
                    <a:lnTo>
                      <a:pt x="8" y="6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8" name="Google Shape;318;p19"/>
            <p:cNvSpPr/>
            <p:nvPr/>
          </p:nvSpPr>
          <p:spPr>
            <a:xfrm rot="10800000">
              <a:off x="7752161" y="111056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-856300" y="-439875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320" name="Google Shape;320;p19"/>
            <p:cNvGrpSpPr/>
            <p:nvPr/>
          </p:nvGrpSpPr>
          <p:grpSpPr>
            <a:xfrm>
              <a:off x="296540" y="253993"/>
              <a:ext cx="189673" cy="183653"/>
              <a:chOff x="861601" y="2668549"/>
              <a:chExt cx="219758" cy="212783"/>
            </a:xfrm>
          </p:grpSpPr>
          <p:sp>
            <p:nvSpPr>
              <p:cNvPr id="321" name="Google Shape;321;p19"/>
              <p:cNvSpPr/>
              <p:nvPr/>
            </p:nvSpPr>
            <p:spPr>
              <a:xfrm>
                <a:off x="940087" y="2668549"/>
                <a:ext cx="64533" cy="21278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22" extrusionOk="0">
                    <a:moveTo>
                      <a:pt x="0" y="120"/>
                    </a:moveTo>
                    <a:lnTo>
                      <a:pt x="17" y="0"/>
                    </a:lnTo>
                    <a:lnTo>
                      <a:pt x="37" y="3"/>
                    </a:lnTo>
                    <a:lnTo>
                      <a:pt x="19" y="122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19"/>
              <p:cNvSpPr/>
              <p:nvPr/>
            </p:nvSpPr>
            <p:spPr>
              <a:xfrm>
                <a:off x="861601" y="2743547"/>
                <a:ext cx="219758" cy="645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37" extrusionOk="0">
                    <a:moveTo>
                      <a:pt x="0" y="19"/>
                    </a:moveTo>
                    <a:lnTo>
                      <a:pt x="4" y="0"/>
                    </a:lnTo>
                    <a:lnTo>
                      <a:pt x="126" y="16"/>
                    </a:lnTo>
                    <a:lnTo>
                      <a:pt x="123" y="37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3" name="Google Shape;323;p19"/>
            <p:cNvSpPr/>
            <p:nvPr/>
          </p:nvSpPr>
          <p:spPr>
            <a:xfrm>
              <a:off x="190100" y="1955973"/>
              <a:ext cx="194190" cy="192685"/>
            </a:xfrm>
            <a:custGeom>
              <a:avLst/>
              <a:gdLst/>
              <a:ahLst/>
              <a:cxnLst/>
              <a:rect l="l" t="t" r="r" b="b"/>
              <a:pathLst>
                <a:path w="129" h="128" extrusionOk="0">
                  <a:moveTo>
                    <a:pt x="129" y="52"/>
                  </a:moveTo>
                  <a:lnTo>
                    <a:pt x="76" y="128"/>
                  </a:lnTo>
                  <a:lnTo>
                    <a:pt x="0" y="76"/>
                  </a:lnTo>
                  <a:lnTo>
                    <a:pt x="53" y="0"/>
                  </a:lnTo>
                  <a:lnTo>
                    <a:pt x="129" y="5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19"/>
            <p:cNvSpPr/>
            <p:nvPr/>
          </p:nvSpPr>
          <p:spPr>
            <a:xfrm rot="-4499888">
              <a:off x="8600536" y="3722167"/>
              <a:ext cx="1571563" cy="1571563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325" name="Google Shape;325;p19"/>
            <p:cNvSpPr/>
            <p:nvPr/>
          </p:nvSpPr>
          <p:spPr>
            <a:xfrm rot="2444244" flipH="1">
              <a:off x="8634530" y="4845638"/>
              <a:ext cx="169382" cy="169372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6" name="Google Shape;326;p19"/>
            <p:cNvGrpSpPr/>
            <p:nvPr/>
          </p:nvGrpSpPr>
          <p:grpSpPr>
            <a:xfrm rot="-4500040">
              <a:off x="8792942" y="3776837"/>
              <a:ext cx="240303" cy="376869"/>
              <a:chOff x="7448765" y="3472610"/>
              <a:chExt cx="240311" cy="376881"/>
            </a:xfrm>
          </p:grpSpPr>
          <p:sp>
            <p:nvSpPr>
              <p:cNvPr id="327" name="Google Shape;327;p19"/>
              <p:cNvSpPr/>
              <p:nvPr/>
            </p:nvSpPr>
            <p:spPr>
              <a:xfrm rot="1351640" flipH="1">
                <a:off x="7466303" y="3490148"/>
                <a:ext cx="114323" cy="11432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19"/>
              <p:cNvSpPr/>
              <p:nvPr/>
            </p:nvSpPr>
            <p:spPr>
              <a:xfrm rot="1354910" flipH="1">
                <a:off x="7608860" y="3769275"/>
                <a:ext cx="69531" cy="69531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9" name="Google Shape;329;p19"/>
            <p:cNvSpPr/>
            <p:nvPr/>
          </p:nvSpPr>
          <p:spPr>
            <a:xfrm rot="-9447953" flipH="1">
              <a:off x="1243951" y="4871902"/>
              <a:ext cx="116831" cy="11683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19"/>
            <p:cNvSpPr/>
            <p:nvPr/>
          </p:nvSpPr>
          <p:spPr>
            <a:xfrm rot="4005251">
              <a:off x="4274127" y="111060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Google Shape;440;p26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1" name="Google Shape;441;p26"/>
          <p:cNvGrpSpPr/>
          <p:nvPr/>
        </p:nvGrpSpPr>
        <p:grpSpPr>
          <a:xfrm>
            <a:off x="-856300" y="-2214350"/>
            <a:ext cx="11205018" cy="7684699"/>
            <a:chOff x="-856300" y="-2214350"/>
            <a:chExt cx="11205018" cy="7684699"/>
          </a:xfrm>
        </p:grpSpPr>
        <p:sp>
          <p:nvSpPr>
            <p:cNvPr id="442" name="Google Shape;442;p26"/>
            <p:cNvSpPr/>
            <p:nvPr/>
          </p:nvSpPr>
          <p:spPr>
            <a:xfrm rot="10800000">
              <a:off x="6602775" y="-2214350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43" name="Google Shape;443;p26"/>
            <p:cNvGrpSpPr/>
            <p:nvPr/>
          </p:nvGrpSpPr>
          <p:grpSpPr>
            <a:xfrm rot="10390621">
              <a:off x="8559848" y="419201"/>
              <a:ext cx="193671" cy="187322"/>
              <a:chOff x="1053101" y="4428650"/>
              <a:chExt cx="193675" cy="187325"/>
            </a:xfrm>
          </p:grpSpPr>
          <p:sp>
            <p:nvSpPr>
              <p:cNvPr id="444" name="Google Shape;444;p26"/>
              <p:cNvSpPr/>
              <p:nvPr/>
            </p:nvSpPr>
            <p:spPr>
              <a:xfrm>
                <a:off x="1097551" y="4428650"/>
                <a:ext cx="104775" cy="187325"/>
              </a:xfrm>
              <a:custGeom>
                <a:avLst/>
                <a:gdLst/>
                <a:ahLst/>
                <a:cxnLst/>
                <a:rect l="l" t="t" r="r" b="b"/>
                <a:pathLst>
                  <a:path w="66" h="118" extrusionOk="0">
                    <a:moveTo>
                      <a:pt x="48" y="118"/>
                    </a:moveTo>
                    <a:lnTo>
                      <a:pt x="0" y="8"/>
                    </a:lnTo>
                    <a:lnTo>
                      <a:pt x="18" y="0"/>
                    </a:lnTo>
                    <a:lnTo>
                      <a:pt x="66" y="111"/>
                    </a:lnTo>
                    <a:lnTo>
                      <a:pt x="48" y="118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26"/>
              <p:cNvSpPr/>
              <p:nvPr/>
            </p:nvSpPr>
            <p:spPr>
              <a:xfrm>
                <a:off x="1053101" y="4469925"/>
                <a:ext cx="193675" cy="106363"/>
              </a:xfrm>
              <a:custGeom>
                <a:avLst/>
                <a:gdLst/>
                <a:ahLst/>
                <a:cxnLst/>
                <a:rect l="l" t="t" r="r" b="b"/>
                <a:pathLst>
                  <a:path w="122" h="67" extrusionOk="0">
                    <a:moveTo>
                      <a:pt x="8" y="67"/>
                    </a:moveTo>
                    <a:lnTo>
                      <a:pt x="0" y="49"/>
                    </a:lnTo>
                    <a:lnTo>
                      <a:pt x="114" y="0"/>
                    </a:lnTo>
                    <a:lnTo>
                      <a:pt x="122" y="18"/>
                    </a:lnTo>
                    <a:lnTo>
                      <a:pt x="8" y="6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6" name="Google Shape;446;p26"/>
            <p:cNvSpPr/>
            <p:nvPr/>
          </p:nvSpPr>
          <p:spPr>
            <a:xfrm rot="10800000">
              <a:off x="7752161" y="111056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26"/>
            <p:cNvSpPr/>
            <p:nvPr/>
          </p:nvSpPr>
          <p:spPr>
            <a:xfrm>
              <a:off x="-856300" y="-439875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48" name="Google Shape;448;p26"/>
            <p:cNvGrpSpPr/>
            <p:nvPr/>
          </p:nvGrpSpPr>
          <p:grpSpPr>
            <a:xfrm>
              <a:off x="160040" y="3697718"/>
              <a:ext cx="189673" cy="183653"/>
              <a:chOff x="703450" y="6658498"/>
              <a:chExt cx="219758" cy="212783"/>
            </a:xfrm>
          </p:grpSpPr>
          <p:sp>
            <p:nvSpPr>
              <p:cNvPr id="449" name="Google Shape;449;p26"/>
              <p:cNvSpPr/>
              <p:nvPr/>
            </p:nvSpPr>
            <p:spPr>
              <a:xfrm>
                <a:off x="781936" y="6658498"/>
                <a:ext cx="64533" cy="212783"/>
              </a:xfrm>
              <a:custGeom>
                <a:avLst/>
                <a:gdLst/>
                <a:ahLst/>
                <a:cxnLst/>
                <a:rect l="l" t="t" r="r" b="b"/>
                <a:pathLst>
                  <a:path w="37" h="122" extrusionOk="0">
                    <a:moveTo>
                      <a:pt x="0" y="120"/>
                    </a:moveTo>
                    <a:lnTo>
                      <a:pt x="17" y="0"/>
                    </a:lnTo>
                    <a:lnTo>
                      <a:pt x="37" y="3"/>
                    </a:lnTo>
                    <a:lnTo>
                      <a:pt x="19" y="122"/>
                    </a:lnTo>
                    <a:lnTo>
                      <a:pt x="0" y="12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26"/>
              <p:cNvSpPr/>
              <p:nvPr/>
            </p:nvSpPr>
            <p:spPr>
              <a:xfrm>
                <a:off x="703450" y="6733496"/>
                <a:ext cx="219758" cy="6453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37" extrusionOk="0">
                    <a:moveTo>
                      <a:pt x="0" y="19"/>
                    </a:moveTo>
                    <a:lnTo>
                      <a:pt x="4" y="0"/>
                    </a:lnTo>
                    <a:lnTo>
                      <a:pt x="126" y="16"/>
                    </a:lnTo>
                    <a:lnTo>
                      <a:pt x="123" y="37"/>
                    </a:lnTo>
                    <a:lnTo>
                      <a:pt x="0" y="19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1" name="Google Shape;451;p26"/>
            <p:cNvSpPr/>
            <p:nvPr/>
          </p:nvSpPr>
          <p:spPr>
            <a:xfrm>
              <a:off x="618000" y="220973"/>
              <a:ext cx="194190" cy="192685"/>
            </a:xfrm>
            <a:custGeom>
              <a:avLst/>
              <a:gdLst/>
              <a:ahLst/>
              <a:cxnLst/>
              <a:rect l="l" t="t" r="r" b="b"/>
              <a:pathLst>
                <a:path w="129" h="128" extrusionOk="0">
                  <a:moveTo>
                    <a:pt x="129" y="52"/>
                  </a:moveTo>
                  <a:lnTo>
                    <a:pt x="76" y="128"/>
                  </a:lnTo>
                  <a:lnTo>
                    <a:pt x="0" y="76"/>
                  </a:lnTo>
                  <a:lnTo>
                    <a:pt x="53" y="0"/>
                  </a:lnTo>
                  <a:lnTo>
                    <a:pt x="129" y="52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26"/>
            <p:cNvSpPr/>
            <p:nvPr/>
          </p:nvSpPr>
          <p:spPr>
            <a:xfrm rot="-4499888">
              <a:off x="8600536" y="3722167"/>
              <a:ext cx="1571563" cy="1571563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53" name="Google Shape;453;p26"/>
            <p:cNvSpPr/>
            <p:nvPr/>
          </p:nvSpPr>
          <p:spPr>
            <a:xfrm rot="2444244" flipH="1">
              <a:off x="8634530" y="4845638"/>
              <a:ext cx="169382" cy="169372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54" name="Google Shape;454;p26"/>
            <p:cNvGrpSpPr/>
            <p:nvPr/>
          </p:nvGrpSpPr>
          <p:grpSpPr>
            <a:xfrm rot="-4500040">
              <a:off x="8792942" y="3776837"/>
              <a:ext cx="240303" cy="376869"/>
              <a:chOff x="7448765" y="3472610"/>
              <a:chExt cx="240311" cy="376881"/>
            </a:xfrm>
          </p:grpSpPr>
          <p:sp>
            <p:nvSpPr>
              <p:cNvPr id="455" name="Google Shape;455;p26"/>
              <p:cNvSpPr/>
              <p:nvPr/>
            </p:nvSpPr>
            <p:spPr>
              <a:xfrm rot="1351640" flipH="1">
                <a:off x="7466303" y="3490148"/>
                <a:ext cx="114323" cy="114323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26"/>
              <p:cNvSpPr/>
              <p:nvPr/>
            </p:nvSpPr>
            <p:spPr>
              <a:xfrm rot="1354910" flipH="1">
                <a:off x="7608860" y="3769275"/>
                <a:ext cx="69531" cy="69531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57" name="Google Shape;457;p26"/>
            <p:cNvSpPr/>
            <p:nvPr/>
          </p:nvSpPr>
          <p:spPr>
            <a:xfrm rot="-9447953" flipH="1">
              <a:off x="4361651" y="206714"/>
              <a:ext cx="116831" cy="116833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26"/>
            <p:cNvSpPr/>
            <p:nvPr/>
          </p:nvSpPr>
          <p:spPr>
            <a:xfrm rot="4005251">
              <a:off x="2858952" y="4776247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" name="Google Shape;460;p27"/>
          <p:cNvPicPr preferRelativeResize="0"/>
          <p:nvPr/>
        </p:nvPicPr>
        <p:blipFill>
          <a:blip r:embed="rId2">
            <a:alphaModFix amt="40000"/>
          </a:blip>
          <a:stretch>
            <a:fillRect/>
          </a:stretch>
        </p:blipFill>
        <p:spPr>
          <a:xfrm rot="10800000">
            <a:off x="5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1" name="Google Shape;461;p27"/>
          <p:cNvGrpSpPr/>
          <p:nvPr/>
        </p:nvGrpSpPr>
        <p:grpSpPr>
          <a:xfrm>
            <a:off x="-1165775" y="-1066575"/>
            <a:ext cx="11391534" cy="7249920"/>
            <a:chOff x="-1165775" y="-1066575"/>
            <a:chExt cx="11391534" cy="7249920"/>
          </a:xfrm>
        </p:grpSpPr>
        <p:sp>
          <p:nvSpPr>
            <p:cNvPr id="462" name="Google Shape;462;p27"/>
            <p:cNvSpPr/>
            <p:nvPr/>
          </p:nvSpPr>
          <p:spPr>
            <a:xfrm rot="10800000">
              <a:off x="7155475" y="-1066575"/>
              <a:ext cx="1571400" cy="15714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63" name="Google Shape;463;p27"/>
            <p:cNvSpPr/>
            <p:nvPr/>
          </p:nvSpPr>
          <p:spPr>
            <a:xfrm rot="-3855756" flipH="1">
              <a:off x="8437069" y="169379"/>
              <a:ext cx="169382" cy="169373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" name="Google Shape;464;p27"/>
            <p:cNvGrpSpPr/>
            <p:nvPr/>
          </p:nvGrpSpPr>
          <p:grpSpPr>
            <a:xfrm rot="10800000">
              <a:off x="7419075" y="127935"/>
              <a:ext cx="240311" cy="376881"/>
              <a:chOff x="7448765" y="3472610"/>
              <a:chExt cx="240311" cy="376881"/>
            </a:xfrm>
          </p:grpSpPr>
          <p:sp>
            <p:nvSpPr>
              <p:cNvPr id="465" name="Google Shape;465;p27"/>
              <p:cNvSpPr/>
              <p:nvPr/>
            </p:nvSpPr>
            <p:spPr>
              <a:xfrm rot="1351640" flipH="1">
                <a:off x="7466303" y="3490148"/>
                <a:ext cx="114323" cy="114323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27"/>
              <p:cNvSpPr/>
              <p:nvPr/>
            </p:nvSpPr>
            <p:spPr>
              <a:xfrm rot="1354910" flipH="1">
                <a:off x="7608860" y="3769275"/>
                <a:ext cx="69531" cy="69531"/>
              </a:xfrm>
              <a:prstGeom prst="ellipse">
                <a:avLst/>
              </a:pr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67" name="Google Shape;467;p27"/>
            <p:cNvSpPr/>
            <p:nvPr/>
          </p:nvSpPr>
          <p:spPr>
            <a:xfrm>
              <a:off x="-1165775" y="3024025"/>
              <a:ext cx="1749300" cy="17493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468" name="Google Shape;468;p27"/>
            <p:cNvGrpSpPr/>
            <p:nvPr/>
          </p:nvGrpSpPr>
          <p:grpSpPr>
            <a:xfrm>
              <a:off x="214614" y="1734645"/>
              <a:ext cx="287205" cy="202895"/>
              <a:chOff x="4973239" y="3061070"/>
              <a:chExt cx="287205" cy="202895"/>
            </a:xfrm>
          </p:grpSpPr>
          <p:sp>
            <p:nvSpPr>
              <p:cNvPr id="469" name="Google Shape;469;p27"/>
              <p:cNvSpPr/>
              <p:nvPr/>
            </p:nvSpPr>
            <p:spPr>
              <a:xfrm rot="1352049" flipH="1">
                <a:off x="4993333" y="3112915"/>
                <a:ext cx="130954" cy="130956"/>
              </a:xfrm>
              <a:custGeom>
                <a:avLst/>
                <a:gdLst/>
                <a:ahLst/>
                <a:cxnLst/>
                <a:rect l="l" t="t" r="r" b="b"/>
                <a:pathLst>
                  <a:path w="108" h="108" extrusionOk="0">
                    <a:moveTo>
                      <a:pt x="78" y="13"/>
                    </a:moveTo>
                    <a:cubicBezTo>
                      <a:pt x="100" y="26"/>
                      <a:pt x="108" y="55"/>
                      <a:pt x="96" y="77"/>
                    </a:cubicBezTo>
                    <a:cubicBezTo>
                      <a:pt x="83" y="100"/>
                      <a:pt x="54" y="108"/>
                      <a:pt x="31" y="95"/>
                    </a:cubicBezTo>
                    <a:cubicBezTo>
                      <a:pt x="8" y="82"/>
                      <a:pt x="0" y="53"/>
                      <a:pt x="13" y="31"/>
                    </a:cubicBezTo>
                    <a:cubicBezTo>
                      <a:pt x="26" y="8"/>
                      <a:pt x="55" y="0"/>
                      <a:pt x="78" y="1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27"/>
              <p:cNvSpPr/>
              <p:nvPr/>
            </p:nvSpPr>
            <p:spPr>
              <a:xfrm rot="1352051" flipH="1">
                <a:off x="5170358" y="3073135"/>
                <a:ext cx="78315" cy="77033"/>
              </a:xfrm>
              <a:custGeom>
                <a:avLst/>
                <a:gdLst/>
                <a:ahLst/>
                <a:cxnLst/>
                <a:rect l="l" t="t" r="r" b="b"/>
                <a:pathLst>
                  <a:path w="65" h="64" extrusionOk="0">
                    <a:moveTo>
                      <a:pt x="46" y="7"/>
                    </a:moveTo>
                    <a:cubicBezTo>
                      <a:pt x="60" y="15"/>
                      <a:pt x="65" y="32"/>
                      <a:pt x="57" y="46"/>
                    </a:cubicBezTo>
                    <a:cubicBezTo>
                      <a:pt x="49" y="59"/>
                      <a:pt x="32" y="64"/>
                      <a:pt x="18" y="56"/>
                    </a:cubicBezTo>
                    <a:cubicBezTo>
                      <a:pt x="5" y="49"/>
                      <a:pt x="0" y="32"/>
                      <a:pt x="8" y="18"/>
                    </a:cubicBezTo>
                    <a:cubicBezTo>
                      <a:pt x="15" y="4"/>
                      <a:pt x="33" y="0"/>
                      <a:pt x="46" y="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" name="Google Shape;471;p27"/>
            <p:cNvSpPr/>
            <p:nvPr/>
          </p:nvSpPr>
          <p:spPr>
            <a:xfrm rot="4507201">
              <a:off x="8479063" y="4436649"/>
              <a:ext cx="1571292" cy="1571292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72" name="Google Shape;472;p27"/>
            <p:cNvSpPr/>
            <p:nvPr/>
          </p:nvSpPr>
          <p:spPr>
            <a:xfrm rot="8576189" flipH="1">
              <a:off x="8608491" y="4577228"/>
              <a:ext cx="178649" cy="178651"/>
            </a:xfrm>
            <a:custGeom>
              <a:avLst/>
              <a:gdLst/>
              <a:ahLst/>
              <a:cxnLst/>
              <a:rect l="l" t="t" r="r" b="b"/>
              <a:pathLst>
                <a:path w="99" h="99" extrusionOk="0">
                  <a:moveTo>
                    <a:pt x="64" y="47"/>
                  </a:moveTo>
                  <a:lnTo>
                    <a:pt x="99" y="85"/>
                  </a:lnTo>
                  <a:lnTo>
                    <a:pt x="52" y="64"/>
                  </a:lnTo>
                  <a:lnTo>
                    <a:pt x="13" y="99"/>
                  </a:lnTo>
                  <a:lnTo>
                    <a:pt x="35" y="51"/>
                  </a:lnTo>
                  <a:lnTo>
                    <a:pt x="0" y="13"/>
                  </a:lnTo>
                  <a:lnTo>
                    <a:pt x="47" y="35"/>
                  </a:lnTo>
                  <a:lnTo>
                    <a:pt x="86" y="0"/>
                  </a:lnTo>
                  <a:lnTo>
                    <a:pt x="64" y="4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191550" y="4473923"/>
              <a:ext cx="194190" cy="192685"/>
            </a:xfrm>
            <a:custGeom>
              <a:avLst/>
              <a:gdLst/>
              <a:ahLst/>
              <a:cxnLst/>
              <a:rect l="l" t="t" r="r" b="b"/>
              <a:pathLst>
                <a:path w="129" h="128" extrusionOk="0">
                  <a:moveTo>
                    <a:pt x="129" y="52"/>
                  </a:moveTo>
                  <a:lnTo>
                    <a:pt x="76" y="128"/>
                  </a:lnTo>
                  <a:lnTo>
                    <a:pt x="0" y="76"/>
                  </a:lnTo>
                  <a:lnTo>
                    <a:pt x="53" y="0"/>
                  </a:lnTo>
                  <a:lnTo>
                    <a:pt x="129" y="5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4" name="Google Shape;474;p27"/>
            <p:cNvSpPr/>
            <p:nvPr/>
          </p:nvSpPr>
          <p:spPr>
            <a:xfrm>
              <a:off x="6237488" y="4666601"/>
              <a:ext cx="361950" cy="361950"/>
            </a:xfrm>
            <a:custGeom>
              <a:avLst/>
              <a:gdLst/>
              <a:ahLst/>
              <a:cxnLst/>
              <a:rect l="l" t="t" r="r" b="b"/>
              <a:pathLst>
                <a:path w="228" h="228" extrusionOk="0">
                  <a:moveTo>
                    <a:pt x="127" y="228"/>
                  </a:moveTo>
                  <a:lnTo>
                    <a:pt x="0" y="126"/>
                  </a:lnTo>
                  <a:lnTo>
                    <a:pt x="103" y="0"/>
                  </a:lnTo>
                  <a:lnTo>
                    <a:pt x="228" y="103"/>
                  </a:lnTo>
                  <a:lnTo>
                    <a:pt x="127" y="228"/>
                  </a:lnTo>
                  <a:close/>
                  <a:moveTo>
                    <a:pt x="13" y="125"/>
                  </a:moveTo>
                  <a:lnTo>
                    <a:pt x="125" y="215"/>
                  </a:lnTo>
                  <a:lnTo>
                    <a:pt x="215" y="104"/>
                  </a:lnTo>
                  <a:lnTo>
                    <a:pt x="105" y="13"/>
                  </a:lnTo>
                  <a:lnTo>
                    <a:pt x="13" y="125"/>
                  </a:lnTo>
                  <a:close/>
                  <a:moveTo>
                    <a:pt x="121" y="186"/>
                  </a:moveTo>
                  <a:lnTo>
                    <a:pt x="44" y="121"/>
                  </a:lnTo>
                  <a:lnTo>
                    <a:pt x="107" y="44"/>
                  </a:lnTo>
                  <a:lnTo>
                    <a:pt x="186" y="107"/>
                  </a:lnTo>
                  <a:lnTo>
                    <a:pt x="121" y="186"/>
                  </a:lnTo>
                  <a:close/>
                  <a:moveTo>
                    <a:pt x="56" y="120"/>
                  </a:moveTo>
                  <a:lnTo>
                    <a:pt x="120" y="173"/>
                  </a:lnTo>
                  <a:lnTo>
                    <a:pt x="173" y="108"/>
                  </a:lnTo>
                  <a:lnTo>
                    <a:pt x="109" y="55"/>
                  </a:lnTo>
                  <a:lnTo>
                    <a:pt x="56" y="12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27"/>
            <p:cNvSpPr/>
            <p:nvPr/>
          </p:nvSpPr>
          <p:spPr>
            <a:xfrm>
              <a:off x="1933277" y="73085"/>
              <a:ext cx="309412" cy="308134"/>
            </a:xfrm>
            <a:custGeom>
              <a:avLst/>
              <a:gdLst/>
              <a:ahLst/>
              <a:cxnLst/>
              <a:rect l="l" t="t" r="r" b="b"/>
              <a:pathLst>
                <a:path w="241" h="240" extrusionOk="0">
                  <a:moveTo>
                    <a:pt x="241" y="121"/>
                  </a:moveTo>
                  <a:lnTo>
                    <a:pt x="162" y="144"/>
                  </a:lnTo>
                  <a:lnTo>
                    <a:pt x="184" y="222"/>
                  </a:lnTo>
                  <a:lnTo>
                    <a:pt x="119" y="240"/>
                  </a:lnTo>
                  <a:lnTo>
                    <a:pt x="98" y="161"/>
                  </a:lnTo>
                  <a:lnTo>
                    <a:pt x="18" y="182"/>
                  </a:lnTo>
                  <a:lnTo>
                    <a:pt x="0" y="118"/>
                  </a:lnTo>
                  <a:lnTo>
                    <a:pt x="80" y="96"/>
                  </a:lnTo>
                  <a:lnTo>
                    <a:pt x="58" y="18"/>
                  </a:lnTo>
                  <a:lnTo>
                    <a:pt x="122" y="0"/>
                  </a:lnTo>
                  <a:lnTo>
                    <a:pt x="144" y="79"/>
                  </a:lnTo>
                  <a:lnTo>
                    <a:pt x="223" y="57"/>
                  </a:lnTo>
                  <a:lnTo>
                    <a:pt x="241" y="121"/>
                  </a:lnTo>
                  <a:close/>
                  <a:moveTo>
                    <a:pt x="148" y="135"/>
                  </a:moveTo>
                  <a:lnTo>
                    <a:pt x="227" y="113"/>
                  </a:lnTo>
                  <a:lnTo>
                    <a:pt x="216" y="71"/>
                  </a:lnTo>
                  <a:lnTo>
                    <a:pt x="136" y="93"/>
                  </a:lnTo>
                  <a:lnTo>
                    <a:pt x="115" y="14"/>
                  </a:lnTo>
                  <a:lnTo>
                    <a:pt x="71" y="26"/>
                  </a:lnTo>
                  <a:lnTo>
                    <a:pt x="93" y="105"/>
                  </a:lnTo>
                  <a:lnTo>
                    <a:pt x="15" y="127"/>
                  </a:lnTo>
                  <a:lnTo>
                    <a:pt x="26" y="169"/>
                  </a:lnTo>
                  <a:lnTo>
                    <a:pt x="105" y="147"/>
                  </a:lnTo>
                  <a:lnTo>
                    <a:pt x="127" y="226"/>
                  </a:lnTo>
                  <a:lnTo>
                    <a:pt x="169" y="214"/>
                  </a:lnTo>
                  <a:lnTo>
                    <a:pt x="148" y="135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27"/>
            <p:cNvSpPr/>
            <p:nvPr/>
          </p:nvSpPr>
          <p:spPr>
            <a:xfrm rot="-9447960" flipH="1">
              <a:off x="8851526" y="1211723"/>
              <a:ext cx="186377" cy="186379"/>
            </a:xfrm>
            <a:custGeom>
              <a:avLst/>
              <a:gdLst/>
              <a:ahLst/>
              <a:cxnLst/>
              <a:rect l="l" t="t" r="r" b="b"/>
              <a:pathLst>
                <a:path w="97" h="97" extrusionOk="0">
                  <a:moveTo>
                    <a:pt x="48" y="0"/>
                  </a:moveTo>
                  <a:cubicBezTo>
                    <a:pt x="22" y="0"/>
                    <a:pt x="0" y="22"/>
                    <a:pt x="0" y="49"/>
                  </a:cubicBezTo>
                  <a:cubicBezTo>
                    <a:pt x="0" y="76"/>
                    <a:pt x="22" y="97"/>
                    <a:pt x="48" y="97"/>
                  </a:cubicBezTo>
                  <a:cubicBezTo>
                    <a:pt x="75" y="97"/>
                    <a:pt x="97" y="76"/>
                    <a:pt x="97" y="49"/>
                  </a:cubicBezTo>
                  <a:cubicBezTo>
                    <a:pt x="97" y="22"/>
                    <a:pt x="75" y="0"/>
                    <a:pt x="48" y="0"/>
                  </a:cubicBezTo>
                  <a:close/>
                  <a:moveTo>
                    <a:pt x="48" y="79"/>
                  </a:moveTo>
                  <a:cubicBezTo>
                    <a:pt x="32" y="79"/>
                    <a:pt x="18" y="66"/>
                    <a:pt x="18" y="49"/>
                  </a:cubicBezTo>
                  <a:cubicBezTo>
                    <a:pt x="18" y="32"/>
                    <a:pt x="32" y="18"/>
                    <a:pt x="48" y="18"/>
                  </a:cubicBezTo>
                  <a:cubicBezTo>
                    <a:pt x="65" y="18"/>
                    <a:pt x="79" y="32"/>
                    <a:pt x="79" y="49"/>
                  </a:cubicBezTo>
                  <a:cubicBezTo>
                    <a:pt x="79" y="66"/>
                    <a:pt x="65" y="79"/>
                    <a:pt x="48" y="7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lbert Sans Black"/>
              <a:buNone/>
              <a:defRPr sz="3000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3" r:id="rId13"/>
    <p:sldLayoutId id="2147483665" r:id="rId14"/>
    <p:sldLayoutId id="2147483672" r:id="rId15"/>
    <p:sldLayoutId id="2147483673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0.png"/><Relationship Id="rId21" Type="http://schemas.openxmlformats.org/officeDocument/2006/relationships/image" Target="../media/image35.png"/><Relationship Id="rId34" Type="http://schemas.openxmlformats.org/officeDocument/2006/relationships/image" Target="../media/image4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33" Type="http://schemas.openxmlformats.org/officeDocument/2006/relationships/image" Target="../media/image47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24" Type="http://schemas.openxmlformats.org/officeDocument/2006/relationships/image" Target="../media/image38.png"/><Relationship Id="rId32" Type="http://schemas.openxmlformats.org/officeDocument/2006/relationships/image" Target="../media/image46.png"/><Relationship Id="rId37" Type="http://schemas.openxmlformats.org/officeDocument/2006/relationships/image" Target="../media/image51.png"/><Relationship Id="rId5" Type="http://schemas.openxmlformats.org/officeDocument/2006/relationships/image" Target="../media/image19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2.png"/><Relationship Id="rId36" Type="http://schemas.openxmlformats.org/officeDocument/2006/relationships/image" Target="../media/image50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5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35" Type="http://schemas.openxmlformats.org/officeDocument/2006/relationships/image" Target="../media/image49.png"/><Relationship Id="rId8" Type="http://schemas.openxmlformats.org/officeDocument/2006/relationships/image" Target="../media/image22.png"/><Relationship Id="rId3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hyperlink" Target="https://docs.google.com/spreadsheets/d/1o1zMDZCguvfN2qXrx11o18kLxFIOD-bcF-NojYqkNNA/copy" TargetMode="External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1"/>
          <p:cNvSpPr/>
          <p:nvPr/>
        </p:nvSpPr>
        <p:spPr>
          <a:xfrm>
            <a:off x="3851000" y="-1489875"/>
            <a:ext cx="2492400" cy="24924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488" name="Google Shape;488;p31"/>
          <p:cNvSpPr txBox="1">
            <a:spLocks noGrp="1"/>
          </p:cNvSpPr>
          <p:nvPr>
            <p:ph type="ctrTitle"/>
          </p:nvPr>
        </p:nvSpPr>
        <p:spPr>
          <a:xfrm>
            <a:off x="715100" y="761669"/>
            <a:ext cx="4924200" cy="323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/>
              <a:t>Cellphone Sales </a:t>
            </a:r>
            <a:r>
              <a:rPr lang="en-US" dirty="0" err="1"/>
              <a:t>DataSet</a:t>
            </a:r>
            <a:br>
              <a:rPr lang="en" sz="5700" dirty="0"/>
            </a:br>
            <a:r>
              <a:rPr lang="en" sz="4700" dirty="0">
                <a:latin typeface="Albert Sans"/>
                <a:ea typeface="Albert Sans"/>
                <a:cs typeface="Albert Sans"/>
                <a:sym typeface="Albert Sans"/>
              </a:rPr>
              <a:t>My Ha</a:t>
            </a:r>
            <a:endParaRPr sz="4700" dirty="0">
              <a:latin typeface="Albert Sans"/>
              <a:ea typeface="Albert Sans"/>
              <a:cs typeface="Albert Sans"/>
              <a:sym typeface="Albert Sans"/>
            </a:endParaRPr>
          </a:p>
        </p:txBody>
      </p:sp>
      <p:grpSp>
        <p:nvGrpSpPr>
          <p:cNvPr id="490" name="Google Shape;490;p31"/>
          <p:cNvGrpSpPr/>
          <p:nvPr/>
        </p:nvGrpSpPr>
        <p:grpSpPr>
          <a:xfrm>
            <a:off x="5557300" y="3454425"/>
            <a:ext cx="2871600" cy="2871600"/>
            <a:chOff x="5557300" y="3454425"/>
            <a:chExt cx="2871600" cy="2871600"/>
          </a:xfrm>
        </p:grpSpPr>
        <p:sp>
          <p:nvSpPr>
            <p:cNvPr id="491" name="Google Shape;491;p31"/>
            <p:cNvSpPr/>
            <p:nvPr/>
          </p:nvSpPr>
          <p:spPr>
            <a:xfrm>
              <a:off x="5557300" y="3454425"/>
              <a:ext cx="2871600" cy="28716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sp>
          <p:nvSpPr>
            <p:cNvPr id="492" name="Google Shape;492;p31"/>
            <p:cNvSpPr/>
            <p:nvPr/>
          </p:nvSpPr>
          <p:spPr>
            <a:xfrm rot="1351640" flipH="1">
              <a:off x="7466303" y="3490148"/>
              <a:ext cx="114323" cy="11432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31"/>
            <p:cNvSpPr/>
            <p:nvPr/>
          </p:nvSpPr>
          <p:spPr>
            <a:xfrm rot="1354910" flipH="1">
              <a:off x="7608860" y="3769275"/>
              <a:ext cx="69531" cy="69531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4" name="Google Shape;494;p31"/>
          <p:cNvGrpSpPr/>
          <p:nvPr/>
        </p:nvGrpSpPr>
        <p:grpSpPr>
          <a:xfrm rot="6107558">
            <a:off x="7221307" y="1974965"/>
            <a:ext cx="219906" cy="194211"/>
            <a:chOff x="8617855" y="966235"/>
            <a:chExt cx="62230" cy="54957"/>
          </a:xfrm>
        </p:grpSpPr>
        <p:sp>
          <p:nvSpPr>
            <p:cNvPr id="495" name="Google Shape;495;p31"/>
            <p:cNvSpPr/>
            <p:nvPr/>
          </p:nvSpPr>
          <p:spPr>
            <a:xfrm>
              <a:off x="8646141" y="966235"/>
              <a:ext cx="33944" cy="34752"/>
            </a:xfrm>
            <a:custGeom>
              <a:avLst/>
              <a:gdLst/>
              <a:ahLst/>
              <a:cxnLst/>
              <a:rect l="l" t="t" r="r" b="b"/>
              <a:pathLst>
                <a:path w="42" h="43" extrusionOk="0">
                  <a:moveTo>
                    <a:pt x="21" y="14"/>
                  </a:moveTo>
                  <a:lnTo>
                    <a:pt x="42" y="0"/>
                  </a:lnTo>
                  <a:lnTo>
                    <a:pt x="29" y="22"/>
                  </a:lnTo>
                  <a:lnTo>
                    <a:pt x="42" y="43"/>
                  </a:lnTo>
                  <a:lnTo>
                    <a:pt x="21" y="28"/>
                  </a:lnTo>
                  <a:lnTo>
                    <a:pt x="0" y="43"/>
                  </a:lnTo>
                  <a:lnTo>
                    <a:pt x="14" y="22"/>
                  </a:lnTo>
                  <a:lnTo>
                    <a:pt x="0" y="0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8617855" y="998563"/>
              <a:ext cx="23437" cy="22629"/>
            </a:xfrm>
            <a:custGeom>
              <a:avLst/>
              <a:gdLst/>
              <a:ahLst/>
              <a:cxnLst/>
              <a:rect l="l" t="t" r="r" b="b"/>
              <a:pathLst>
                <a:path w="29" h="28" extrusionOk="0">
                  <a:moveTo>
                    <a:pt x="16" y="17"/>
                  </a:moveTo>
                  <a:lnTo>
                    <a:pt x="9" y="28"/>
                  </a:lnTo>
                  <a:lnTo>
                    <a:pt x="12" y="15"/>
                  </a:lnTo>
                  <a:lnTo>
                    <a:pt x="0" y="7"/>
                  </a:lnTo>
                  <a:lnTo>
                    <a:pt x="13" y="10"/>
                  </a:lnTo>
                  <a:lnTo>
                    <a:pt x="21" y="0"/>
                  </a:lnTo>
                  <a:lnTo>
                    <a:pt x="18" y="12"/>
                  </a:lnTo>
                  <a:lnTo>
                    <a:pt x="29" y="20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7" name="Google Shape;497;p31"/>
          <p:cNvGrpSpPr/>
          <p:nvPr/>
        </p:nvGrpSpPr>
        <p:grpSpPr>
          <a:xfrm rot="145461">
            <a:off x="8370233" y="4399241"/>
            <a:ext cx="193674" cy="187324"/>
            <a:chOff x="1053101" y="4428650"/>
            <a:chExt cx="193675" cy="187325"/>
          </a:xfrm>
        </p:grpSpPr>
        <p:sp>
          <p:nvSpPr>
            <p:cNvPr id="498" name="Google Shape;498;p31"/>
            <p:cNvSpPr/>
            <p:nvPr/>
          </p:nvSpPr>
          <p:spPr>
            <a:xfrm>
              <a:off x="1097551" y="4428650"/>
              <a:ext cx="104775" cy="187325"/>
            </a:xfrm>
            <a:custGeom>
              <a:avLst/>
              <a:gdLst/>
              <a:ahLst/>
              <a:cxnLst/>
              <a:rect l="l" t="t" r="r" b="b"/>
              <a:pathLst>
                <a:path w="66" h="118" extrusionOk="0">
                  <a:moveTo>
                    <a:pt x="48" y="118"/>
                  </a:moveTo>
                  <a:lnTo>
                    <a:pt x="0" y="8"/>
                  </a:lnTo>
                  <a:lnTo>
                    <a:pt x="18" y="0"/>
                  </a:lnTo>
                  <a:lnTo>
                    <a:pt x="66" y="111"/>
                  </a:lnTo>
                  <a:lnTo>
                    <a:pt x="48" y="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1053101" y="4469925"/>
              <a:ext cx="193675" cy="106363"/>
            </a:xfrm>
            <a:custGeom>
              <a:avLst/>
              <a:gdLst/>
              <a:ahLst/>
              <a:cxnLst/>
              <a:rect l="l" t="t" r="r" b="b"/>
              <a:pathLst>
                <a:path w="122" h="67" extrusionOk="0">
                  <a:moveTo>
                    <a:pt x="8" y="67"/>
                  </a:moveTo>
                  <a:lnTo>
                    <a:pt x="0" y="49"/>
                  </a:lnTo>
                  <a:lnTo>
                    <a:pt x="114" y="0"/>
                  </a:lnTo>
                  <a:lnTo>
                    <a:pt x="122" y="18"/>
                  </a:lnTo>
                  <a:lnTo>
                    <a:pt x="8" y="6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00" name="Google Shape;500;p31"/>
          <p:cNvGrpSpPr/>
          <p:nvPr/>
        </p:nvGrpSpPr>
        <p:grpSpPr>
          <a:xfrm rot="145355">
            <a:off x="4853272" y="945571"/>
            <a:ext cx="3240692" cy="3181069"/>
            <a:chOff x="-3117607" y="1171800"/>
            <a:chExt cx="2812784" cy="2761033"/>
          </a:xfrm>
        </p:grpSpPr>
        <p:sp>
          <p:nvSpPr>
            <p:cNvPr id="501" name="Google Shape;501;p31"/>
            <p:cNvSpPr/>
            <p:nvPr/>
          </p:nvSpPr>
          <p:spPr>
            <a:xfrm rot="1352046" flipH="1">
              <a:off x="-2150119" y="2889889"/>
              <a:ext cx="310694" cy="168188"/>
            </a:xfrm>
            <a:custGeom>
              <a:avLst/>
              <a:gdLst/>
              <a:ahLst/>
              <a:cxnLst/>
              <a:rect l="l" t="t" r="r" b="b"/>
              <a:pathLst>
                <a:path w="256" h="139" extrusionOk="0">
                  <a:moveTo>
                    <a:pt x="253" y="8"/>
                  </a:moveTo>
                  <a:cubicBezTo>
                    <a:pt x="7" y="138"/>
                    <a:pt x="7" y="138"/>
                    <a:pt x="7" y="138"/>
                  </a:cubicBezTo>
                  <a:cubicBezTo>
                    <a:pt x="5" y="139"/>
                    <a:pt x="2" y="138"/>
                    <a:pt x="1" y="136"/>
                  </a:cubicBezTo>
                  <a:cubicBezTo>
                    <a:pt x="0" y="135"/>
                    <a:pt x="1" y="132"/>
                    <a:pt x="3" y="131"/>
                  </a:cubicBezTo>
                  <a:cubicBezTo>
                    <a:pt x="250" y="1"/>
                    <a:pt x="250" y="1"/>
                    <a:pt x="250" y="1"/>
                  </a:cubicBezTo>
                  <a:cubicBezTo>
                    <a:pt x="252" y="0"/>
                    <a:pt x="254" y="1"/>
                    <a:pt x="255" y="3"/>
                  </a:cubicBezTo>
                  <a:cubicBezTo>
                    <a:pt x="255" y="3"/>
                    <a:pt x="255" y="3"/>
                    <a:pt x="255" y="3"/>
                  </a:cubicBezTo>
                  <a:cubicBezTo>
                    <a:pt x="256" y="5"/>
                    <a:pt x="255" y="7"/>
                    <a:pt x="253" y="8"/>
                  </a:cubicBezTo>
                </a:path>
              </a:pathLst>
            </a:custGeom>
            <a:solidFill>
              <a:srgbClr val="008F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2" name="Google Shape;502;p31"/>
            <p:cNvSpPr/>
            <p:nvPr/>
          </p:nvSpPr>
          <p:spPr>
            <a:xfrm rot="1352048" flipH="1">
              <a:off x="-2773855" y="1493087"/>
              <a:ext cx="2073428" cy="1991295"/>
            </a:xfrm>
            <a:custGeom>
              <a:avLst/>
              <a:gdLst/>
              <a:ahLst/>
              <a:cxnLst/>
              <a:rect l="l" t="t" r="r" b="b"/>
              <a:pathLst>
                <a:path w="1712" h="1644" extrusionOk="0">
                  <a:moveTo>
                    <a:pt x="76" y="1401"/>
                  </a:moveTo>
                  <a:cubicBezTo>
                    <a:pt x="76" y="1401"/>
                    <a:pt x="3" y="1392"/>
                    <a:pt x="4" y="1343"/>
                  </a:cubicBezTo>
                  <a:cubicBezTo>
                    <a:pt x="5" y="1294"/>
                    <a:pt x="0" y="1294"/>
                    <a:pt x="40" y="1241"/>
                  </a:cubicBezTo>
                  <a:cubicBezTo>
                    <a:pt x="80" y="1187"/>
                    <a:pt x="504" y="683"/>
                    <a:pt x="504" y="683"/>
                  </a:cubicBezTo>
                  <a:cubicBezTo>
                    <a:pt x="857" y="269"/>
                    <a:pt x="857" y="269"/>
                    <a:pt x="857" y="269"/>
                  </a:cubicBezTo>
                  <a:cubicBezTo>
                    <a:pt x="1031" y="64"/>
                    <a:pt x="1031" y="64"/>
                    <a:pt x="1031" y="64"/>
                  </a:cubicBezTo>
                  <a:cubicBezTo>
                    <a:pt x="1031" y="64"/>
                    <a:pt x="1074" y="0"/>
                    <a:pt x="1180" y="50"/>
                  </a:cubicBezTo>
                  <a:cubicBezTo>
                    <a:pt x="1287" y="100"/>
                    <a:pt x="1657" y="297"/>
                    <a:pt x="1657" y="297"/>
                  </a:cubicBezTo>
                  <a:cubicBezTo>
                    <a:pt x="1657" y="297"/>
                    <a:pt x="1712" y="332"/>
                    <a:pt x="1681" y="377"/>
                  </a:cubicBezTo>
                  <a:cubicBezTo>
                    <a:pt x="1651" y="421"/>
                    <a:pt x="1300" y="850"/>
                    <a:pt x="1300" y="850"/>
                  </a:cubicBezTo>
                  <a:cubicBezTo>
                    <a:pt x="629" y="1629"/>
                    <a:pt x="629" y="1629"/>
                    <a:pt x="629" y="1629"/>
                  </a:cubicBezTo>
                  <a:cubicBezTo>
                    <a:pt x="629" y="1629"/>
                    <a:pt x="494" y="1644"/>
                    <a:pt x="416" y="1619"/>
                  </a:cubicBezTo>
                  <a:cubicBezTo>
                    <a:pt x="338" y="1593"/>
                    <a:pt x="76" y="1401"/>
                    <a:pt x="76" y="140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1"/>
            <p:cNvSpPr/>
            <p:nvPr/>
          </p:nvSpPr>
          <p:spPr>
            <a:xfrm rot="1352045" flipH="1">
              <a:off x="-1700823" y="1492366"/>
              <a:ext cx="165617" cy="105278"/>
            </a:xfrm>
            <a:custGeom>
              <a:avLst/>
              <a:gdLst/>
              <a:ahLst/>
              <a:cxnLst/>
              <a:rect l="l" t="t" r="r" b="b"/>
              <a:pathLst>
                <a:path w="137" h="87" extrusionOk="0">
                  <a:moveTo>
                    <a:pt x="137" y="29"/>
                  </a:moveTo>
                  <a:cubicBezTo>
                    <a:pt x="94" y="29"/>
                    <a:pt x="47" y="50"/>
                    <a:pt x="16" y="8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31" y="22"/>
                    <a:pt x="78" y="0"/>
                    <a:pt x="121" y="0"/>
                  </a:cubicBezTo>
                  <a:cubicBezTo>
                    <a:pt x="126" y="10"/>
                    <a:pt x="132" y="19"/>
                    <a:pt x="137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1"/>
            <p:cNvSpPr/>
            <p:nvPr/>
          </p:nvSpPr>
          <p:spPr>
            <a:xfrm rot="1352045" flipH="1">
              <a:off x="-2350335" y="1334112"/>
              <a:ext cx="598279" cy="322253"/>
            </a:xfrm>
            <a:custGeom>
              <a:avLst/>
              <a:gdLst/>
              <a:ahLst/>
              <a:cxnLst/>
              <a:rect l="l" t="t" r="r" b="b"/>
              <a:pathLst>
                <a:path w="466" h="251" extrusionOk="0">
                  <a:moveTo>
                    <a:pt x="451" y="225"/>
                  </a:moveTo>
                  <a:lnTo>
                    <a:pt x="466" y="251"/>
                  </a:lnTo>
                  <a:lnTo>
                    <a:pt x="15" y="27"/>
                  </a:lnTo>
                  <a:lnTo>
                    <a:pt x="0" y="0"/>
                  </a:lnTo>
                  <a:lnTo>
                    <a:pt x="451" y="2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31"/>
            <p:cNvSpPr/>
            <p:nvPr/>
          </p:nvSpPr>
          <p:spPr>
            <a:xfrm rot="1352045" flipH="1">
              <a:off x="-2343800" y="1345163"/>
              <a:ext cx="598279" cy="322253"/>
            </a:xfrm>
            <a:custGeom>
              <a:avLst/>
              <a:gdLst/>
              <a:ahLst/>
              <a:cxnLst/>
              <a:rect l="l" t="t" r="r" b="b"/>
              <a:pathLst>
                <a:path w="466" h="251" extrusionOk="0">
                  <a:moveTo>
                    <a:pt x="451" y="223"/>
                  </a:moveTo>
                  <a:lnTo>
                    <a:pt x="466" y="251"/>
                  </a:lnTo>
                  <a:lnTo>
                    <a:pt x="16" y="27"/>
                  </a:lnTo>
                  <a:lnTo>
                    <a:pt x="0" y="0"/>
                  </a:lnTo>
                  <a:lnTo>
                    <a:pt x="451" y="2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31"/>
            <p:cNvSpPr/>
            <p:nvPr/>
          </p:nvSpPr>
          <p:spPr>
            <a:xfrm rot="1352045" flipH="1">
              <a:off x="-2339733" y="1360869"/>
              <a:ext cx="586724" cy="315834"/>
            </a:xfrm>
            <a:custGeom>
              <a:avLst/>
              <a:gdLst/>
              <a:ahLst/>
              <a:cxnLst/>
              <a:rect l="l" t="t" r="r" b="b"/>
              <a:pathLst>
                <a:path w="457" h="246" extrusionOk="0">
                  <a:moveTo>
                    <a:pt x="442" y="219"/>
                  </a:moveTo>
                  <a:lnTo>
                    <a:pt x="457" y="246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442" y="219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7" name="Google Shape;507;p31"/>
            <p:cNvSpPr/>
            <p:nvPr/>
          </p:nvSpPr>
          <p:spPr>
            <a:xfrm rot="1352045" flipH="1">
              <a:off x="-1733834" y="1470975"/>
              <a:ext cx="112980" cy="48787"/>
            </a:xfrm>
            <a:custGeom>
              <a:avLst/>
              <a:gdLst/>
              <a:ahLst/>
              <a:cxnLst/>
              <a:rect l="l" t="t" r="r" b="b"/>
              <a:pathLst>
                <a:path w="93" h="40" extrusionOk="0">
                  <a:moveTo>
                    <a:pt x="93" y="40"/>
                  </a:moveTo>
                  <a:cubicBezTo>
                    <a:pt x="71" y="29"/>
                    <a:pt x="43" y="29"/>
                    <a:pt x="17" y="36"/>
                  </a:cubicBezTo>
                  <a:cubicBezTo>
                    <a:pt x="11" y="27"/>
                    <a:pt x="6" y="17"/>
                    <a:pt x="0" y="7"/>
                  </a:cubicBezTo>
                  <a:cubicBezTo>
                    <a:pt x="27" y="0"/>
                    <a:pt x="54" y="1"/>
                    <a:pt x="76" y="11"/>
                  </a:cubicBezTo>
                  <a:cubicBezTo>
                    <a:pt x="81" y="20"/>
                    <a:pt x="88" y="31"/>
                    <a:pt x="93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8" name="Google Shape;508;p31"/>
            <p:cNvSpPr/>
            <p:nvPr/>
          </p:nvSpPr>
          <p:spPr>
            <a:xfrm rot="1352045" flipH="1">
              <a:off x="-1729002" y="1554111"/>
              <a:ext cx="64193" cy="70613"/>
            </a:xfrm>
            <a:custGeom>
              <a:avLst/>
              <a:gdLst/>
              <a:ahLst/>
              <a:cxnLst/>
              <a:rect l="l" t="t" r="r" b="b"/>
              <a:pathLst>
                <a:path w="50" h="55" extrusionOk="0">
                  <a:moveTo>
                    <a:pt x="50" y="3"/>
                  </a:moveTo>
                  <a:lnTo>
                    <a:pt x="6" y="55"/>
                  </a:lnTo>
                  <a:lnTo>
                    <a:pt x="0" y="51"/>
                  </a:lnTo>
                  <a:lnTo>
                    <a:pt x="43" y="0"/>
                  </a:lnTo>
                  <a:lnTo>
                    <a:pt x="50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1"/>
            <p:cNvSpPr/>
            <p:nvPr/>
          </p:nvSpPr>
          <p:spPr>
            <a:xfrm rot="1352051" flipH="1">
              <a:off x="-2056618" y="1541476"/>
              <a:ext cx="52638" cy="51355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26" y="13"/>
                  </a:moveTo>
                  <a:lnTo>
                    <a:pt x="41" y="40"/>
                  </a:lnTo>
                  <a:lnTo>
                    <a:pt x="16" y="27"/>
                  </a:lnTo>
                  <a:lnTo>
                    <a:pt x="0" y="0"/>
                  </a:lnTo>
                  <a:lnTo>
                    <a:pt x="26" y="13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0" name="Google Shape;510;p31"/>
            <p:cNvSpPr/>
            <p:nvPr/>
          </p:nvSpPr>
          <p:spPr>
            <a:xfrm rot="1352046" flipH="1">
              <a:off x="-2062739" y="1550297"/>
              <a:ext cx="23109" cy="37232"/>
            </a:xfrm>
            <a:custGeom>
              <a:avLst/>
              <a:gdLst/>
              <a:ahLst/>
              <a:cxnLst/>
              <a:rect l="l" t="t" r="r" b="b"/>
              <a:pathLst>
                <a:path w="19" h="31" extrusionOk="0">
                  <a:moveTo>
                    <a:pt x="2" y="2"/>
                  </a:moveTo>
                  <a:cubicBezTo>
                    <a:pt x="19" y="31"/>
                    <a:pt x="19" y="31"/>
                    <a:pt x="19" y="31"/>
                  </a:cubicBezTo>
                  <a:cubicBezTo>
                    <a:pt x="18" y="30"/>
                    <a:pt x="17" y="29"/>
                    <a:pt x="16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1" name="Google Shape;511;p31"/>
            <p:cNvSpPr/>
            <p:nvPr/>
          </p:nvSpPr>
          <p:spPr>
            <a:xfrm rot="1352050" flipH="1">
              <a:off x="-1387021" y="2151319"/>
              <a:ext cx="26961" cy="41084"/>
            </a:xfrm>
            <a:custGeom>
              <a:avLst/>
              <a:gdLst/>
              <a:ahLst/>
              <a:cxnLst/>
              <a:rect l="l" t="t" r="r" b="b"/>
              <a:pathLst>
                <a:path w="22" h="34" extrusionOk="0">
                  <a:moveTo>
                    <a:pt x="16" y="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3" y="4"/>
                    <a:pt x="5" y="5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9" y="33"/>
                    <a:pt x="17" y="31"/>
                    <a:pt x="16" y="29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1"/>
            <p:cNvSpPr/>
            <p:nvPr/>
          </p:nvSpPr>
          <p:spPr>
            <a:xfrm rot="1352048" flipH="1">
              <a:off x="-1661177" y="1589930"/>
              <a:ext cx="34664" cy="34664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7" y="3"/>
                  </a:moveTo>
                  <a:lnTo>
                    <a:pt x="6" y="27"/>
                  </a:lnTo>
                  <a:lnTo>
                    <a:pt x="0" y="24"/>
                  </a:lnTo>
                  <a:lnTo>
                    <a:pt x="20" y="0"/>
                  </a:lnTo>
                  <a:lnTo>
                    <a:pt x="27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1"/>
            <p:cNvSpPr/>
            <p:nvPr/>
          </p:nvSpPr>
          <p:spPr>
            <a:xfrm rot="1352051" flipH="1">
              <a:off x="-1683406" y="1577808"/>
              <a:ext cx="44935" cy="47503"/>
            </a:xfrm>
            <a:custGeom>
              <a:avLst/>
              <a:gdLst/>
              <a:ahLst/>
              <a:cxnLst/>
              <a:rect l="l" t="t" r="r" b="b"/>
              <a:pathLst>
                <a:path w="35" h="37" extrusionOk="0">
                  <a:moveTo>
                    <a:pt x="35" y="4"/>
                  </a:moveTo>
                  <a:lnTo>
                    <a:pt x="7" y="37"/>
                  </a:lnTo>
                  <a:lnTo>
                    <a:pt x="0" y="34"/>
                  </a:lnTo>
                  <a:lnTo>
                    <a:pt x="28" y="0"/>
                  </a:lnTo>
                  <a:lnTo>
                    <a:pt x="35" y="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31"/>
            <p:cNvSpPr/>
            <p:nvPr/>
          </p:nvSpPr>
          <p:spPr>
            <a:xfrm rot="1352045" flipH="1">
              <a:off x="-1707811" y="1564997"/>
              <a:ext cx="56490" cy="59058"/>
            </a:xfrm>
            <a:custGeom>
              <a:avLst/>
              <a:gdLst/>
              <a:ahLst/>
              <a:cxnLst/>
              <a:rect l="l" t="t" r="r" b="b"/>
              <a:pathLst>
                <a:path w="44" h="46" extrusionOk="0">
                  <a:moveTo>
                    <a:pt x="44" y="3"/>
                  </a:moveTo>
                  <a:lnTo>
                    <a:pt x="7" y="46"/>
                  </a:lnTo>
                  <a:lnTo>
                    <a:pt x="0" y="44"/>
                  </a:lnTo>
                  <a:lnTo>
                    <a:pt x="37" y="0"/>
                  </a:lnTo>
                  <a:lnTo>
                    <a:pt x="44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5" name="Google Shape;515;p31"/>
            <p:cNvSpPr/>
            <p:nvPr/>
          </p:nvSpPr>
          <p:spPr>
            <a:xfrm rot="1352051" flipH="1">
              <a:off x="-1983764" y="1545654"/>
              <a:ext cx="64193" cy="69330"/>
            </a:xfrm>
            <a:custGeom>
              <a:avLst/>
              <a:gdLst/>
              <a:ahLst/>
              <a:cxnLst/>
              <a:rect l="l" t="t" r="r" b="b"/>
              <a:pathLst>
                <a:path w="53" h="57" extrusionOk="0">
                  <a:moveTo>
                    <a:pt x="37" y="8"/>
                  </a:moveTo>
                  <a:cubicBezTo>
                    <a:pt x="53" y="37"/>
                    <a:pt x="53" y="37"/>
                    <a:pt x="53" y="37"/>
                  </a:cubicBezTo>
                  <a:cubicBezTo>
                    <a:pt x="52" y="35"/>
                    <a:pt x="51" y="33"/>
                    <a:pt x="48" y="32"/>
                  </a:cubicBezTo>
                  <a:cubicBezTo>
                    <a:pt x="41" y="29"/>
                    <a:pt x="29" y="32"/>
                    <a:pt x="22" y="40"/>
                  </a:cubicBezTo>
                  <a:cubicBezTo>
                    <a:pt x="17" y="45"/>
                    <a:pt x="17" y="52"/>
                    <a:pt x="19" y="57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0" y="23"/>
                    <a:pt x="1" y="17"/>
                    <a:pt x="6" y="11"/>
                  </a:cubicBezTo>
                  <a:cubicBezTo>
                    <a:pt x="12" y="3"/>
                    <a:pt x="24" y="0"/>
                    <a:pt x="32" y="4"/>
                  </a:cubicBezTo>
                  <a:cubicBezTo>
                    <a:pt x="34" y="5"/>
                    <a:pt x="36" y="6"/>
                    <a:pt x="37" y="8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6" name="Google Shape;516;p31"/>
            <p:cNvSpPr/>
            <p:nvPr/>
          </p:nvSpPr>
          <p:spPr>
            <a:xfrm rot="1352051" flipH="1">
              <a:off x="-1956716" y="1585196"/>
              <a:ext cx="25677" cy="39800"/>
            </a:xfrm>
            <a:custGeom>
              <a:avLst/>
              <a:gdLst/>
              <a:ahLst/>
              <a:cxnLst/>
              <a:rect l="l" t="t" r="r" b="b"/>
              <a:pathLst>
                <a:path w="21" h="33" extrusionOk="0">
                  <a:moveTo>
                    <a:pt x="21" y="33"/>
                  </a:moveTo>
                  <a:cubicBezTo>
                    <a:pt x="19" y="32"/>
                    <a:pt x="17" y="30"/>
                    <a:pt x="16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2" y="3"/>
                    <a:pt x="5" y="5"/>
                  </a:cubicBezTo>
                  <a:cubicBezTo>
                    <a:pt x="10" y="14"/>
                    <a:pt x="16" y="24"/>
                    <a:pt x="21" y="33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7" name="Google Shape;517;p31"/>
            <p:cNvSpPr/>
            <p:nvPr/>
          </p:nvSpPr>
          <p:spPr>
            <a:xfrm rot="1352045" flipH="1">
              <a:off x="-1945614" y="1591264"/>
              <a:ext cx="10271" cy="17974"/>
            </a:xfrm>
            <a:custGeom>
              <a:avLst/>
              <a:gdLst/>
              <a:ahLst/>
              <a:cxnLst/>
              <a:rect l="l" t="t" r="r" b="b"/>
              <a:pathLst>
                <a:path w="8" h="14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2" y="4"/>
                    <a:pt x="4" y="6"/>
                  </a:cubicBezTo>
                  <a:cubicBezTo>
                    <a:pt x="5" y="9"/>
                    <a:pt x="6" y="11"/>
                    <a:pt x="8" y="14"/>
                  </a:cubicBezTo>
                  <a:cubicBezTo>
                    <a:pt x="5" y="9"/>
                    <a:pt x="2" y="4"/>
                    <a:pt x="0" y="0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31"/>
            <p:cNvSpPr/>
            <p:nvPr/>
          </p:nvSpPr>
          <p:spPr>
            <a:xfrm rot="1352047" flipH="1">
              <a:off x="-1985895" y="1547316"/>
              <a:ext cx="25677" cy="55206"/>
            </a:xfrm>
            <a:custGeom>
              <a:avLst/>
              <a:gdLst/>
              <a:ahLst/>
              <a:cxnLst/>
              <a:rect l="l" t="t" r="r" b="b"/>
              <a:pathLst>
                <a:path w="22" h="46" extrusionOk="0">
                  <a:moveTo>
                    <a:pt x="19" y="29"/>
                  </a:moveTo>
                  <a:cubicBezTo>
                    <a:pt x="22" y="34"/>
                    <a:pt x="21" y="40"/>
                    <a:pt x="16" y="46"/>
                  </a:cubicBezTo>
                  <a:cubicBezTo>
                    <a:pt x="11" y="36"/>
                    <a:pt x="5" y="27"/>
                    <a:pt x="0" y="17"/>
                  </a:cubicBezTo>
                  <a:cubicBezTo>
                    <a:pt x="5" y="11"/>
                    <a:pt x="6" y="5"/>
                    <a:pt x="3" y="0"/>
                  </a:cubicBezTo>
                  <a:cubicBezTo>
                    <a:pt x="8" y="9"/>
                    <a:pt x="14" y="20"/>
                    <a:pt x="19" y="29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1"/>
            <p:cNvSpPr/>
            <p:nvPr/>
          </p:nvSpPr>
          <p:spPr>
            <a:xfrm rot="1352048" flipH="1">
              <a:off x="-1983657" y="1568304"/>
              <a:ext cx="19257" cy="34664"/>
            </a:xfrm>
            <a:custGeom>
              <a:avLst/>
              <a:gdLst/>
              <a:ahLst/>
              <a:cxnLst/>
              <a:rect l="l" t="t" r="r" b="b"/>
              <a:pathLst>
                <a:path w="16" h="29" extrusionOk="0">
                  <a:moveTo>
                    <a:pt x="0" y="0"/>
                  </a:moveTo>
                  <a:cubicBezTo>
                    <a:pt x="5" y="10"/>
                    <a:pt x="11" y="19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0" name="Google Shape;520;p31"/>
            <p:cNvSpPr/>
            <p:nvPr/>
          </p:nvSpPr>
          <p:spPr>
            <a:xfrm rot="1352051" flipH="1">
              <a:off x="-1987589" y="1573915"/>
              <a:ext cx="51354" cy="48787"/>
            </a:xfrm>
            <a:custGeom>
              <a:avLst/>
              <a:gdLst/>
              <a:ahLst/>
              <a:cxnLst/>
              <a:rect l="l" t="t" r="r" b="b"/>
              <a:pathLst>
                <a:path w="42" h="40" extrusionOk="0">
                  <a:moveTo>
                    <a:pt x="16" y="36"/>
                  </a:moveTo>
                  <a:cubicBezTo>
                    <a:pt x="16" y="35"/>
                    <a:pt x="16" y="35"/>
                    <a:pt x="16" y="35"/>
                  </a:cubicBezTo>
                  <a:cubicBezTo>
                    <a:pt x="15" y="35"/>
                    <a:pt x="15" y="34"/>
                    <a:pt x="15" y="34"/>
                  </a:cubicBezTo>
                  <a:cubicBezTo>
                    <a:pt x="14" y="32"/>
                    <a:pt x="12" y="29"/>
                    <a:pt x="11" y="27"/>
                  </a:cubicBezTo>
                  <a:cubicBezTo>
                    <a:pt x="7" y="21"/>
                    <a:pt x="4" y="14"/>
                    <a:pt x="0" y="8"/>
                  </a:cubicBezTo>
                  <a:cubicBezTo>
                    <a:pt x="7" y="11"/>
                    <a:pt x="19" y="8"/>
                    <a:pt x="26" y="0"/>
                  </a:cubicBezTo>
                  <a:cubicBezTo>
                    <a:pt x="31" y="10"/>
                    <a:pt x="37" y="1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36" y="37"/>
                    <a:pt x="24" y="40"/>
                    <a:pt x="16" y="36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1" name="Google Shape;521;p31"/>
            <p:cNvSpPr/>
            <p:nvPr/>
          </p:nvSpPr>
          <p:spPr>
            <a:xfrm rot="1352047" flipH="1">
              <a:off x="-2011068" y="1560290"/>
              <a:ext cx="26961" cy="43652"/>
            </a:xfrm>
            <a:custGeom>
              <a:avLst/>
              <a:gdLst/>
              <a:ahLst/>
              <a:cxnLst/>
              <a:rect l="l" t="t" r="r" b="b"/>
              <a:pathLst>
                <a:path w="21" h="34" extrusionOk="0">
                  <a:moveTo>
                    <a:pt x="5" y="0"/>
                  </a:moveTo>
                  <a:lnTo>
                    <a:pt x="21" y="26"/>
                  </a:lnTo>
                  <a:lnTo>
                    <a:pt x="15" y="34"/>
                  </a:lnTo>
                  <a:lnTo>
                    <a:pt x="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31"/>
            <p:cNvSpPr/>
            <p:nvPr/>
          </p:nvSpPr>
          <p:spPr>
            <a:xfrm rot="1352046" flipH="1">
              <a:off x="-2023431" y="1548845"/>
              <a:ext cx="37232" cy="41084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13" y="2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6" y="29"/>
                    <a:pt x="20" y="31"/>
                    <a:pt x="17" y="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2"/>
                    <a:pt x="9" y="0"/>
                    <a:pt x="13" y="2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31"/>
            <p:cNvSpPr/>
            <p:nvPr/>
          </p:nvSpPr>
          <p:spPr>
            <a:xfrm rot="1352051" flipH="1">
              <a:off x="-2046545" y="1574793"/>
              <a:ext cx="52638" cy="50071"/>
            </a:xfrm>
            <a:custGeom>
              <a:avLst/>
              <a:gdLst/>
              <a:ahLst/>
              <a:cxnLst/>
              <a:rect l="l" t="t" r="r" b="b"/>
              <a:pathLst>
                <a:path w="41" h="39" extrusionOk="0">
                  <a:moveTo>
                    <a:pt x="26" y="12"/>
                  </a:moveTo>
                  <a:lnTo>
                    <a:pt x="41" y="39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26" y="12"/>
                  </a:lnTo>
                  <a:close/>
                </a:path>
              </a:pathLst>
            </a:custGeom>
            <a:solidFill>
              <a:srgbClr val="1A1F2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4" name="Google Shape;524;p31"/>
            <p:cNvSpPr/>
            <p:nvPr/>
          </p:nvSpPr>
          <p:spPr>
            <a:xfrm rot="1352046" flipH="1">
              <a:off x="-2007004" y="1569570"/>
              <a:ext cx="23109" cy="44935"/>
            </a:xfrm>
            <a:custGeom>
              <a:avLst/>
              <a:gdLst/>
              <a:ahLst/>
              <a:cxnLst/>
              <a:rect l="l" t="t" r="r" b="b"/>
              <a:pathLst>
                <a:path w="19" h="37" extrusionOk="0">
                  <a:moveTo>
                    <a:pt x="18" y="37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1" y="3"/>
                    <a:pt x="3" y="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7" y="32"/>
                    <a:pt x="17" y="35"/>
                    <a:pt x="18" y="37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5" name="Google Shape;525;p31"/>
            <p:cNvSpPr/>
            <p:nvPr/>
          </p:nvSpPr>
          <p:spPr>
            <a:xfrm rot="1352048" flipH="1">
              <a:off x="-2010600" y="1578613"/>
              <a:ext cx="21825" cy="37232"/>
            </a:xfrm>
            <a:custGeom>
              <a:avLst/>
              <a:gdLst/>
              <a:ahLst/>
              <a:cxnLst/>
              <a:rect l="l" t="t" r="r" b="b"/>
              <a:pathLst>
                <a:path w="18" h="31" extrusionOk="0">
                  <a:moveTo>
                    <a:pt x="16" y="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2" y="3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6" y="30"/>
                    <a:pt x="16" y="29"/>
                  </a:cubicBezTo>
                  <a:close/>
                </a:path>
              </a:pathLst>
            </a:custGeom>
            <a:solidFill>
              <a:srgbClr val="1A1F2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31"/>
            <p:cNvSpPr/>
            <p:nvPr/>
          </p:nvSpPr>
          <p:spPr>
            <a:xfrm rot="1352046" flipH="1">
              <a:off x="-2064030" y="1576214"/>
              <a:ext cx="35948" cy="41084"/>
            </a:xfrm>
            <a:custGeom>
              <a:avLst/>
              <a:gdLst/>
              <a:ahLst/>
              <a:cxnLst/>
              <a:rect l="l" t="t" r="r" b="b"/>
              <a:pathLst>
                <a:path w="29" h="34" extrusionOk="0">
                  <a:moveTo>
                    <a:pt x="16" y="32"/>
                  </a:moveTo>
                  <a:cubicBezTo>
                    <a:pt x="15" y="31"/>
                    <a:pt x="15" y="30"/>
                    <a:pt x="14" y="29"/>
                  </a:cubicBezTo>
                  <a:cubicBezTo>
                    <a:pt x="13" y="28"/>
                    <a:pt x="13" y="26"/>
                    <a:pt x="12" y="25"/>
                  </a:cubicBezTo>
                  <a:cubicBezTo>
                    <a:pt x="11" y="23"/>
                    <a:pt x="10" y="21"/>
                    <a:pt x="9" y="20"/>
                  </a:cubicBezTo>
                  <a:cubicBezTo>
                    <a:pt x="6" y="14"/>
                    <a:pt x="3" y="9"/>
                    <a:pt x="0" y="3"/>
                  </a:cubicBezTo>
                  <a:cubicBezTo>
                    <a:pt x="3" y="5"/>
                    <a:pt x="9" y="4"/>
                    <a:pt x="12" y="0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6" y="32"/>
                    <a:pt x="20" y="34"/>
                    <a:pt x="16" y="32"/>
                  </a:cubicBezTo>
                  <a:close/>
                </a:path>
              </a:pathLst>
            </a:custGeom>
            <a:solidFill>
              <a:srgbClr val="1A1F2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7" name="Google Shape;527;p31"/>
            <p:cNvSpPr/>
            <p:nvPr/>
          </p:nvSpPr>
          <p:spPr>
            <a:xfrm rot="1352047" flipH="1">
              <a:off x="-2156957" y="1480819"/>
              <a:ext cx="278597" cy="172040"/>
            </a:xfrm>
            <a:custGeom>
              <a:avLst/>
              <a:gdLst/>
              <a:ahLst/>
              <a:cxnLst/>
              <a:rect l="l" t="t" r="r" b="b"/>
              <a:pathLst>
                <a:path w="229" h="142" extrusionOk="0">
                  <a:moveTo>
                    <a:pt x="17" y="0"/>
                  </a:moveTo>
                  <a:cubicBezTo>
                    <a:pt x="229" y="105"/>
                    <a:pt x="229" y="105"/>
                    <a:pt x="229" y="105"/>
                  </a:cubicBezTo>
                  <a:cubicBezTo>
                    <a:pt x="228" y="105"/>
                    <a:pt x="203" y="98"/>
                    <a:pt x="185" y="120"/>
                  </a:cubicBezTo>
                  <a:cubicBezTo>
                    <a:pt x="166" y="142"/>
                    <a:pt x="145" y="137"/>
                    <a:pt x="129" y="129"/>
                  </a:cubicBezTo>
                  <a:cubicBezTo>
                    <a:pt x="112" y="121"/>
                    <a:pt x="81" y="105"/>
                    <a:pt x="80" y="104"/>
                  </a:cubicBezTo>
                  <a:cubicBezTo>
                    <a:pt x="78" y="104"/>
                    <a:pt x="47" y="88"/>
                    <a:pt x="31" y="80"/>
                  </a:cubicBezTo>
                  <a:cubicBezTo>
                    <a:pt x="15" y="72"/>
                    <a:pt x="0" y="60"/>
                    <a:pt x="18" y="38"/>
                  </a:cubicBezTo>
                  <a:cubicBezTo>
                    <a:pt x="37" y="15"/>
                    <a:pt x="18" y="1"/>
                    <a:pt x="17" y="0"/>
                  </a:cubicBezTo>
                  <a:close/>
                  <a:moveTo>
                    <a:pt x="124" y="86"/>
                  </a:moveTo>
                  <a:cubicBezTo>
                    <a:pt x="131" y="78"/>
                    <a:pt x="131" y="78"/>
                    <a:pt x="131" y="78"/>
                  </a:cubicBezTo>
                  <a:cubicBezTo>
                    <a:pt x="134" y="75"/>
                    <a:pt x="134" y="70"/>
                    <a:pt x="130" y="68"/>
                  </a:cubicBezTo>
                  <a:cubicBezTo>
                    <a:pt x="102" y="54"/>
                    <a:pt x="102" y="54"/>
                    <a:pt x="102" y="54"/>
                  </a:cubicBezTo>
                  <a:cubicBezTo>
                    <a:pt x="98" y="52"/>
                    <a:pt x="92" y="54"/>
                    <a:pt x="89" y="58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0" y="69"/>
                    <a:pt x="80" y="74"/>
                    <a:pt x="84" y="76"/>
                  </a:cubicBezTo>
                  <a:cubicBezTo>
                    <a:pt x="112" y="89"/>
                    <a:pt x="112" y="89"/>
                    <a:pt x="112" y="89"/>
                  </a:cubicBezTo>
                  <a:cubicBezTo>
                    <a:pt x="115" y="91"/>
                    <a:pt x="121" y="90"/>
                    <a:pt x="124" y="86"/>
                  </a:cubicBezTo>
                  <a:moveTo>
                    <a:pt x="41" y="65"/>
                  </a:moveTo>
                  <a:cubicBezTo>
                    <a:pt x="48" y="68"/>
                    <a:pt x="60" y="65"/>
                    <a:pt x="67" y="57"/>
                  </a:cubicBezTo>
                  <a:cubicBezTo>
                    <a:pt x="74" y="49"/>
                    <a:pt x="73" y="40"/>
                    <a:pt x="65" y="36"/>
                  </a:cubicBezTo>
                  <a:cubicBezTo>
                    <a:pt x="57" y="32"/>
                    <a:pt x="45" y="35"/>
                    <a:pt x="39" y="43"/>
                  </a:cubicBezTo>
                  <a:cubicBezTo>
                    <a:pt x="32" y="51"/>
                    <a:pt x="33" y="61"/>
                    <a:pt x="41" y="65"/>
                  </a:cubicBezTo>
                  <a:moveTo>
                    <a:pt x="144" y="111"/>
                  </a:moveTo>
                  <a:cubicBezTo>
                    <a:pt x="151" y="114"/>
                    <a:pt x="161" y="112"/>
                    <a:pt x="167" y="105"/>
                  </a:cubicBezTo>
                  <a:cubicBezTo>
                    <a:pt x="173" y="98"/>
                    <a:pt x="172" y="90"/>
                    <a:pt x="165" y="86"/>
                  </a:cubicBezTo>
                  <a:cubicBezTo>
                    <a:pt x="158" y="83"/>
                    <a:pt x="148" y="86"/>
                    <a:pt x="142" y="92"/>
                  </a:cubicBezTo>
                  <a:cubicBezTo>
                    <a:pt x="136" y="99"/>
                    <a:pt x="137" y="108"/>
                    <a:pt x="144" y="11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1"/>
            <p:cNvSpPr/>
            <p:nvPr/>
          </p:nvSpPr>
          <p:spPr>
            <a:xfrm rot="1352049" flipH="1">
              <a:off x="-1964074" y="1549833"/>
              <a:ext cx="50070" cy="43652"/>
            </a:xfrm>
            <a:custGeom>
              <a:avLst/>
              <a:gdLst/>
              <a:ahLst/>
              <a:cxnLst/>
              <a:rect l="l" t="t" r="r" b="b"/>
              <a:pathLst>
                <a:path w="42" h="36" extrusionOk="0">
                  <a:moveTo>
                    <a:pt x="33" y="4"/>
                  </a:moveTo>
                  <a:cubicBezTo>
                    <a:pt x="41" y="8"/>
                    <a:pt x="42" y="17"/>
                    <a:pt x="35" y="25"/>
                  </a:cubicBezTo>
                  <a:cubicBezTo>
                    <a:pt x="28" y="33"/>
                    <a:pt x="16" y="36"/>
                    <a:pt x="9" y="33"/>
                  </a:cubicBezTo>
                  <a:cubicBezTo>
                    <a:pt x="1" y="29"/>
                    <a:pt x="0" y="19"/>
                    <a:pt x="7" y="11"/>
                  </a:cubicBezTo>
                  <a:cubicBezTo>
                    <a:pt x="13" y="3"/>
                    <a:pt x="25" y="0"/>
                    <a:pt x="33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9" name="Google Shape;529;p31"/>
            <p:cNvSpPr/>
            <p:nvPr/>
          </p:nvSpPr>
          <p:spPr>
            <a:xfrm rot="1352051" flipH="1">
              <a:off x="-2042341" y="1547124"/>
              <a:ext cx="65476" cy="47503"/>
            </a:xfrm>
            <a:custGeom>
              <a:avLst/>
              <a:gdLst/>
              <a:ahLst/>
              <a:cxnLst/>
              <a:rect l="l" t="t" r="r" b="b"/>
              <a:pathLst>
                <a:path w="54" h="39" extrusionOk="0">
                  <a:moveTo>
                    <a:pt x="50" y="16"/>
                  </a:moveTo>
                  <a:cubicBezTo>
                    <a:pt x="54" y="18"/>
                    <a:pt x="54" y="23"/>
                    <a:pt x="51" y="26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1" y="38"/>
                    <a:pt x="35" y="39"/>
                    <a:pt x="32" y="37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0" y="22"/>
                    <a:pt x="0" y="17"/>
                    <a:pt x="3" y="13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2"/>
                    <a:pt x="18" y="0"/>
                    <a:pt x="22" y="2"/>
                  </a:cubicBezTo>
                  <a:lnTo>
                    <a:pt x="50" y="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31"/>
            <p:cNvSpPr/>
            <p:nvPr/>
          </p:nvSpPr>
          <p:spPr>
            <a:xfrm rot="1352044" flipH="1">
              <a:off x="-2097980" y="1559716"/>
              <a:ext cx="44935" cy="38516"/>
            </a:xfrm>
            <a:custGeom>
              <a:avLst/>
              <a:gdLst/>
              <a:ahLst/>
              <a:cxnLst/>
              <a:rect l="l" t="t" r="r" b="b"/>
              <a:pathLst>
                <a:path w="37" h="31" extrusionOk="0">
                  <a:moveTo>
                    <a:pt x="29" y="3"/>
                  </a:moveTo>
                  <a:cubicBezTo>
                    <a:pt x="36" y="7"/>
                    <a:pt x="37" y="15"/>
                    <a:pt x="31" y="22"/>
                  </a:cubicBezTo>
                  <a:cubicBezTo>
                    <a:pt x="25" y="29"/>
                    <a:pt x="15" y="31"/>
                    <a:pt x="8" y="28"/>
                  </a:cubicBezTo>
                  <a:cubicBezTo>
                    <a:pt x="1" y="25"/>
                    <a:pt x="0" y="16"/>
                    <a:pt x="6" y="9"/>
                  </a:cubicBezTo>
                  <a:cubicBezTo>
                    <a:pt x="12" y="3"/>
                    <a:pt x="22" y="0"/>
                    <a:pt x="29" y="3"/>
                  </a:cubicBezTo>
                  <a:close/>
                  <a:moveTo>
                    <a:pt x="19" y="21"/>
                  </a:moveTo>
                  <a:cubicBezTo>
                    <a:pt x="22" y="23"/>
                    <a:pt x="28" y="22"/>
                    <a:pt x="31" y="18"/>
                  </a:cubicBezTo>
                  <a:cubicBezTo>
                    <a:pt x="34" y="14"/>
                    <a:pt x="33" y="10"/>
                    <a:pt x="30" y="8"/>
                  </a:cubicBezTo>
                  <a:cubicBezTo>
                    <a:pt x="26" y="6"/>
                    <a:pt x="21" y="8"/>
                    <a:pt x="18" y="12"/>
                  </a:cubicBezTo>
                  <a:cubicBezTo>
                    <a:pt x="15" y="15"/>
                    <a:pt x="15" y="20"/>
                    <a:pt x="19" y="2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31"/>
            <p:cNvSpPr/>
            <p:nvPr/>
          </p:nvSpPr>
          <p:spPr>
            <a:xfrm rot="1352045" flipH="1">
              <a:off x="-2378622" y="1510967"/>
              <a:ext cx="28245" cy="44935"/>
            </a:xfrm>
            <a:custGeom>
              <a:avLst/>
              <a:gdLst/>
              <a:ahLst/>
              <a:cxnLst/>
              <a:rect l="l" t="t" r="r" b="b"/>
              <a:pathLst>
                <a:path w="22" h="35" extrusionOk="0">
                  <a:moveTo>
                    <a:pt x="7" y="0"/>
                  </a:moveTo>
                  <a:lnTo>
                    <a:pt x="22" y="28"/>
                  </a:lnTo>
                  <a:lnTo>
                    <a:pt x="15" y="35"/>
                  </a:lnTo>
                  <a:lnTo>
                    <a:pt x="0" y="8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2" name="Google Shape;532;p31"/>
            <p:cNvSpPr/>
            <p:nvPr/>
          </p:nvSpPr>
          <p:spPr>
            <a:xfrm rot="1352047" flipH="1">
              <a:off x="-2384703" y="1507965"/>
              <a:ext cx="26961" cy="39800"/>
            </a:xfrm>
            <a:custGeom>
              <a:avLst/>
              <a:gdLst/>
              <a:ahLst/>
              <a:cxnLst/>
              <a:rect l="l" t="t" r="r" b="b"/>
              <a:pathLst>
                <a:path w="21" h="31" extrusionOk="0">
                  <a:moveTo>
                    <a:pt x="5" y="4"/>
                  </a:moveTo>
                  <a:lnTo>
                    <a:pt x="21" y="31"/>
                  </a:lnTo>
                  <a:lnTo>
                    <a:pt x="15" y="28"/>
                  </a:lnTo>
                  <a:lnTo>
                    <a:pt x="0" y="0"/>
                  </a:lnTo>
                  <a:lnTo>
                    <a:pt x="5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3" name="Google Shape;533;p31"/>
            <p:cNvSpPr/>
            <p:nvPr/>
          </p:nvSpPr>
          <p:spPr>
            <a:xfrm rot="1352051" flipH="1">
              <a:off x="-2419374" y="1493876"/>
              <a:ext cx="51354" cy="59058"/>
            </a:xfrm>
            <a:custGeom>
              <a:avLst/>
              <a:gdLst/>
              <a:ahLst/>
              <a:cxnLst/>
              <a:rect l="l" t="t" r="r" b="b"/>
              <a:pathLst>
                <a:path w="42" h="49" extrusionOk="0">
                  <a:moveTo>
                    <a:pt x="42" y="49"/>
                  </a:moveTo>
                  <a:cubicBezTo>
                    <a:pt x="36" y="40"/>
                    <a:pt x="27" y="33"/>
                    <a:pt x="16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5"/>
                    <a:pt x="19" y="12"/>
                    <a:pt x="26" y="20"/>
                  </a:cubicBezTo>
                  <a:cubicBezTo>
                    <a:pt x="31" y="30"/>
                    <a:pt x="37" y="39"/>
                    <a:pt x="4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4" name="Google Shape;534;p31"/>
            <p:cNvSpPr/>
            <p:nvPr/>
          </p:nvSpPr>
          <p:spPr>
            <a:xfrm rot="1352051" flipH="1">
              <a:off x="-2408230" y="1515340"/>
              <a:ext cx="51354" cy="62910"/>
            </a:xfrm>
            <a:custGeom>
              <a:avLst/>
              <a:gdLst/>
              <a:ahLst/>
              <a:cxnLst/>
              <a:rect l="l" t="t" r="r" b="b"/>
              <a:pathLst>
                <a:path w="42" h="52" extrusionOk="0">
                  <a:moveTo>
                    <a:pt x="25" y="24"/>
                  </a:moveTo>
                  <a:cubicBezTo>
                    <a:pt x="42" y="52"/>
                    <a:pt x="42" y="52"/>
                    <a:pt x="42" y="52"/>
                  </a:cubicBezTo>
                  <a:cubicBezTo>
                    <a:pt x="36" y="43"/>
                    <a:pt x="28" y="35"/>
                    <a:pt x="16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6"/>
                    <a:pt x="20" y="14"/>
                    <a:pt x="25" y="24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5" name="Google Shape;535;p31"/>
            <p:cNvSpPr/>
            <p:nvPr/>
          </p:nvSpPr>
          <p:spPr>
            <a:xfrm rot="1352048" flipH="1">
              <a:off x="-1532176" y="1846107"/>
              <a:ext cx="245217" cy="282453"/>
            </a:xfrm>
            <a:custGeom>
              <a:avLst/>
              <a:gdLst/>
              <a:ahLst/>
              <a:cxnLst/>
              <a:rect l="l" t="t" r="r" b="b"/>
              <a:pathLst>
                <a:path w="202" h="233" extrusionOk="0">
                  <a:moveTo>
                    <a:pt x="202" y="5"/>
                  </a:moveTo>
                  <a:cubicBezTo>
                    <a:pt x="9" y="233"/>
                    <a:pt x="9" y="233"/>
                    <a:pt x="9" y="233"/>
                  </a:cubicBezTo>
                  <a:cubicBezTo>
                    <a:pt x="0" y="229"/>
                    <a:pt x="0" y="218"/>
                    <a:pt x="7" y="209"/>
                  </a:cubicBezTo>
                  <a:cubicBezTo>
                    <a:pt x="172" y="13"/>
                    <a:pt x="172" y="13"/>
                    <a:pt x="172" y="13"/>
                  </a:cubicBezTo>
                  <a:cubicBezTo>
                    <a:pt x="180" y="4"/>
                    <a:pt x="193" y="0"/>
                    <a:pt x="20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6" name="Google Shape;536;p31"/>
            <p:cNvSpPr/>
            <p:nvPr/>
          </p:nvSpPr>
          <p:spPr>
            <a:xfrm rot="1352045" flipH="1">
              <a:off x="-2336619" y="1639438"/>
              <a:ext cx="30813" cy="28245"/>
            </a:xfrm>
            <a:custGeom>
              <a:avLst/>
              <a:gdLst/>
              <a:ahLst/>
              <a:cxnLst/>
              <a:rect l="l" t="t" r="r" b="b"/>
              <a:pathLst>
                <a:path w="24" h="22" extrusionOk="0">
                  <a:moveTo>
                    <a:pt x="24" y="3"/>
                  </a:moveTo>
                  <a:lnTo>
                    <a:pt x="8" y="22"/>
                  </a:lnTo>
                  <a:lnTo>
                    <a:pt x="3" y="20"/>
                  </a:lnTo>
                  <a:lnTo>
                    <a:pt x="0" y="19"/>
                  </a:lnTo>
                  <a:lnTo>
                    <a:pt x="17" y="0"/>
                  </a:lnTo>
                  <a:lnTo>
                    <a:pt x="19" y="1"/>
                  </a:lnTo>
                  <a:lnTo>
                    <a:pt x="24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37" name="Google Shape;537;p3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352048" flipH="1">
              <a:off x="-2418550" y="1584158"/>
              <a:ext cx="29528" cy="577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1"/>
            <p:cNvSpPr/>
            <p:nvPr/>
          </p:nvSpPr>
          <p:spPr>
            <a:xfrm rot="1352045" flipH="1">
              <a:off x="-2304528" y="1616232"/>
              <a:ext cx="95006" cy="66762"/>
            </a:xfrm>
            <a:custGeom>
              <a:avLst/>
              <a:gdLst/>
              <a:ahLst/>
              <a:cxnLst/>
              <a:rect l="l" t="t" r="r" b="b"/>
              <a:pathLst>
                <a:path w="74" h="52" extrusionOk="0">
                  <a:moveTo>
                    <a:pt x="23" y="0"/>
                  </a:moveTo>
                  <a:lnTo>
                    <a:pt x="0" y="26"/>
                  </a:lnTo>
                  <a:lnTo>
                    <a:pt x="51" y="52"/>
                  </a:lnTo>
                  <a:lnTo>
                    <a:pt x="74" y="2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31"/>
            <p:cNvSpPr/>
            <p:nvPr/>
          </p:nvSpPr>
          <p:spPr>
            <a:xfrm rot="1352050" flipH="1">
              <a:off x="-2431709" y="1508134"/>
              <a:ext cx="26961" cy="44935"/>
            </a:xfrm>
            <a:custGeom>
              <a:avLst/>
              <a:gdLst/>
              <a:ahLst/>
              <a:cxnLst/>
              <a:rect l="l" t="t" r="r" b="b"/>
              <a:pathLst>
                <a:path w="22" h="37" extrusionOk="0">
                  <a:moveTo>
                    <a:pt x="16" y="29"/>
                  </a:moveTo>
                  <a:cubicBezTo>
                    <a:pt x="16" y="28"/>
                    <a:pt x="15" y="27"/>
                    <a:pt x="15" y="27"/>
                  </a:cubicBezTo>
                  <a:cubicBezTo>
                    <a:pt x="14" y="25"/>
                    <a:pt x="13" y="23"/>
                    <a:pt x="12" y="21"/>
                  </a:cubicBezTo>
                  <a:cubicBezTo>
                    <a:pt x="10" y="18"/>
                    <a:pt x="9" y="16"/>
                    <a:pt x="7" y="13"/>
                  </a:cubicBezTo>
                  <a:cubicBezTo>
                    <a:pt x="5" y="9"/>
                    <a:pt x="2" y="4"/>
                    <a:pt x="0" y="0"/>
                  </a:cubicBezTo>
                  <a:cubicBezTo>
                    <a:pt x="2" y="3"/>
                    <a:pt x="4" y="6"/>
                    <a:pt x="5" y="9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0" y="34"/>
                    <a:pt x="18" y="31"/>
                    <a:pt x="16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0" name="Google Shape;540;p31"/>
            <p:cNvSpPr/>
            <p:nvPr/>
          </p:nvSpPr>
          <p:spPr>
            <a:xfrm rot="1352050" flipH="1">
              <a:off x="-2423453" y="1504102"/>
              <a:ext cx="53922" cy="65477"/>
            </a:xfrm>
            <a:custGeom>
              <a:avLst/>
              <a:gdLst/>
              <a:ahLst/>
              <a:cxnLst/>
              <a:rect l="l" t="t" r="r" b="b"/>
              <a:pathLst>
                <a:path w="44" h="54" extrusionOk="0">
                  <a:moveTo>
                    <a:pt x="16" y="28"/>
                  </a:moveTo>
                  <a:cubicBezTo>
                    <a:pt x="16" y="28"/>
                    <a:pt x="16" y="27"/>
                    <a:pt x="15" y="26"/>
                  </a:cubicBezTo>
                  <a:cubicBezTo>
                    <a:pt x="8" y="14"/>
                    <a:pt x="2" y="3"/>
                    <a:pt x="0" y="0"/>
                  </a:cubicBezTo>
                  <a:cubicBezTo>
                    <a:pt x="12" y="6"/>
                    <a:pt x="22" y="15"/>
                    <a:pt x="28" y="25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38" y="43"/>
                    <a:pt x="29" y="34"/>
                    <a:pt x="1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1"/>
            <p:cNvSpPr/>
            <p:nvPr/>
          </p:nvSpPr>
          <p:spPr>
            <a:xfrm rot="1352048" flipH="1">
              <a:off x="-2434170" y="1517921"/>
              <a:ext cx="20542" cy="35949"/>
            </a:xfrm>
            <a:custGeom>
              <a:avLst/>
              <a:gdLst/>
              <a:ahLst/>
              <a:cxnLst/>
              <a:rect l="l" t="t" r="r" b="b"/>
              <a:pathLst>
                <a:path w="18" h="30" extrusionOk="0">
                  <a:moveTo>
                    <a:pt x="17" y="28"/>
                  </a:moveTo>
                  <a:cubicBezTo>
                    <a:pt x="17" y="29"/>
                    <a:pt x="18" y="30"/>
                    <a:pt x="18" y="30"/>
                  </a:cubicBezTo>
                  <a:cubicBezTo>
                    <a:pt x="13" y="21"/>
                    <a:pt x="7" y="11"/>
                    <a:pt x="2" y="2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5" y="8"/>
                    <a:pt x="12" y="20"/>
                    <a:pt x="17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1"/>
            <p:cNvSpPr/>
            <p:nvPr/>
          </p:nvSpPr>
          <p:spPr>
            <a:xfrm rot="1352048" flipH="1">
              <a:off x="-2434859" y="1520095"/>
              <a:ext cx="19257" cy="34664"/>
            </a:xfrm>
            <a:custGeom>
              <a:avLst/>
              <a:gdLst/>
              <a:ahLst/>
              <a:cxnLst/>
              <a:rect l="l" t="t" r="r" b="b"/>
              <a:pathLst>
                <a:path w="16" h="29" extrusionOk="0">
                  <a:moveTo>
                    <a:pt x="16" y="28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9"/>
                    <a:pt x="11" y="19"/>
                    <a:pt x="1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31"/>
            <p:cNvSpPr/>
            <p:nvPr/>
          </p:nvSpPr>
          <p:spPr>
            <a:xfrm rot="1352048" flipH="1">
              <a:off x="-2434859" y="1520095"/>
              <a:ext cx="19257" cy="34664"/>
            </a:xfrm>
            <a:custGeom>
              <a:avLst/>
              <a:gdLst/>
              <a:ahLst/>
              <a:cxnLst/>
              <a:rect l="l" t="t" r="r" b="b"/>
              <a:pathLst>
                <a:path w="16" h="29" extrusionOk="0"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0"/>
                    <a:pt x="11" y="19"/>
                    <a:pt x="16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1"/>
            <p:cNvSpPr/>
            <p:nvPr/>
          </p:nvSpPr>
          <p:spPr>
            <a:xfrm rot="1352048" flipH="1">
              <a:off x="-2434859" y="1520095"/>
              <a:ext cx="19257" cy="34664"/>
            </a:xfrm>
            <a:custGeom>
              <a:avLst/>
              <a:gdLst/>
              <a:ahLst/>
              <a:cxnLst/>
              <a:rect l="l" t="t" r="r" b="b"/>
              <a:pathLst>
                <a:path w="16" h="29" extrusionOk="0">
                  <a:moveTo>
                    <a:pt x="16" y="29"/>
                  </a:moveTo>
                  <a:cubicBezTo>
                    <a:pt x="11" y="20"/>
                    <a:pt x="6" y="1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0"/>
                    <a:pt x="11" y="19"/>
                    <a:pt x="16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1"/>
            <p:cNvSpPr/>
            <p:nvPr/>
          </p:nvSpPr>
          <p:spPr>
            <a:xfrm rot="1352050" flipH="1">
              <a:off x="-999574" y="3435439"/>
              <a:ext cx="47502" cy="78316"/>
            </a:xfrm>
            <a:custGeom>
              <a:avLst/>
              <a:gdLst/>
              <a:ahLst/>
              <a:cxnLst/>
              <a:rect l="l" t="t" r="r" b="b"/>
              <a:pathLst>
                <a:path w="39" h="65" extrusionOk="0">
                  <a:moveTo>
                    <a:pt x="16" y="65"/>
                  </a:moveTo>
                  <a:cubicBezTo>
                    <a:pt x="11" y="55"/>
                    <a:pt x="5" y="46"/>
                    <a:pt x="0" y="36"/>
                  </a:cubicBezTo>
                  <a:cubicBezTo>
                    <a:pt x="5" y="24"/>
                    <a:pt x="12" y="12"/>
                    <a:pt x="22" y="0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29" y="40"/>
                    <a:pt x="21" y="53"/>
                    <a:pt x="16" y="6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6" name="Google Shape;546;p31"/>
            <p:cNvSpPr/>
            <p:nvPr/>
          </p:nvSpPr>
          <p:spPr>
            <a:xfrm rot="1352051" flipH="1">
              <a:off x="-984954" y="3483282"/>
              <a:ext cx="25677" cy="55206"/>
            </a:xfrm>
            <a:custGeom>
              <a:avLst/>
              <a:gdLst/>
              <a:ahLst/>
              <a:cxnLst/>
              <a:rect l="l" t="t" r="r" b="b"/>
              <a:pathLst>
                <a:path w="21" h="46" extrusionOk="0">
                  <a:moveTo>
                    <a:pt x="17" y="46"/>
                  </a:moveTo>
                  <a:cubicBezTo>
                    <a:pt x="11" y="36"/>
                    <a:pt x="6" y="27"/>
                    <a:pt x="0" y="17"/>
                  </a:cubicBezTo>
                  <a:cubicBezTo>
                    <a:pt x="1" y="12"/>
                    <a:pt x="3" y="6"/>
                    <a:pt x="5" y="0"/>
                  </a:cubicBezTo>
                  <a:cubicBezTo>
                    <a:pt x="10" y="10"/>
                    <a:pt x="16" y="19"/>
                    <a:pt x="21" y="29"/>
                  </a:cubicBezTo>
                  <a:cubicBezTo>
                    <a:pt x="19" y="35"/>
                    <a:pt x="18" y="40"/>
                    <a:pt x="17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1"/>
            <p:cNvSpPr/>
            <p:nvPr/>
          </p:nvSpPr>
          <p:spPr>
            <a:xfrm rot="1352047" flipH="1">
              <a:off x="-2448389" y="1534311"/>
              <a:ext cx="53922" cy="138659"/>
            </a:xfrm>
            <a:custGeom>
              <a:avLst/>
              <a:gdLst/>
              <a:ahLst/>
              <a:cxnLst/>
              <a:rect l="l" t="t" r="r" b="b"/>
              <a:pathLst>
                <a:path w="45" h="115" extrusionOk="0">
                  <a:moveTo>
                    <a:pt x="15" y="0"/>
                  </a:moveTo>
                  <a:cubicBezTo>
                    <a:pt x="32" y="28"/>
                    <a:pt x="32" y="28"/>
                    <a:pt x="32" y="28"/>
                  </a:cubicBezTo>
                  <a:cubicBezTo>
                    <a:pt x="45" y="52"/>
                    <a:pt x="41" y="86"/>
                    <a:pt x="16" y="115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4" y="57"/>
                    <a:pt x="29" y="24"/>
                    <a:pt x="15" y="0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1"/>
            <p:cNvSpPr/>
            <p:nvPr/>
          </p:nvSpPr>
          <p:spPr>
            <a:xfrm rot="1352045" flipH="1">
              <a:off x="-2468001" y="1523227"/>
              <a:ext cx="57773" cy="148930"/>
            </a:xfrm>
            <a:custGeom>
              <a:avLst/>
              <a:gdLst/>
              <a:ahLst/>
              <a:cxnLst/>
              <a:rect l="l" t="t" r="r" b="b"/>
              <a:pathLst>
                <a:path w="48" h="123" extrusionOk="0">
                  <a:moveTo>
                    <a:pt x="17" y="0"/>
                  </a:moveTo>
                  <a:cubicBezTo>
                    <a:pt x="33" y="29"/>
                    <a:pt x="33" y="29"/>
                    <a:pt x="33" y="29"/>
                  </a:cubicBezTo>
                  <a:cubicBezTo>
                    <a:pt x="48" y="55"/>
                    <a:pt x="43" y="91"/>
                    <a:pt x="16" y="123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27" y="63"/>
                    <a:pt x="32" y="26"/>
                    <a:pt x="17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1"/>
            <p:cNvSpPr/>
            <p:nvPr/>
          </p:nvSpPr>
          <p:spPr>
            <a:xfrm rot="1352046" flipH="1">
              <a:off x="-2462219" y="1515928"/>
              <a:ext cx="33380" cy="103994"/>
            </a:xfrm>
            <a:custGeom>
              <a:avLst/>
              <a:gdLst/>
              <a:ahLst/>
              <a:cxnLst/>
              <a:rect l="l" t="t" r="r" b="b"/>
              <a:pathLst>
                <a:path w="27" h="86" extrusionOk="0">
                  <a:moveTo>
                    <a:pt x="16" y="28"/>
                  </a:moveTo>
                  <a:cubicBezTo>
                    <a:pt x="25" y="45"/>
                    <a:pt x="27" y="65"/>
                    <a:pt x="21" y="86"/>
                  </a:cubicBezTo>
                  <a:cubicBezTo>
                    <a:pt x="16" y="77"/>
                    <a:pt x="10" y="67"/>
                    <a:pt x="5" y="57"/>
                  </a:cubicBezTo>
                  <a:cubicBezTo>
                    <a:pt x="10" y="37"/>
                    <a:pt x="9" y="16"/>
                    <a:pt x="0" y="0"/>
                  </a:cubicBezTo>
                  <a:cubicBezTo>
                    <a:pt x="3" y="5"/>
                    <a:pt x="7" y="11"/>
                    <a:pt x="10" y="17"/>
                  </a:cubicBezTo>
                  <a:cubicBezTo>
                    <a:pt x="11" y="19"/>
                    <a:pt x="12" y="20"/>
                    <a:pt x="13" y="22"/>
                  </a:cubicBezTo>
                  <a:cubicBezTo>
                    <a:pt x="14" y="24"/>
                    <a:pt x="15" y="26"/>
                    <a:pt x="1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1"/>
            <p:cNvSpPr/>
            <p:nvPr/>
          </p:nvSpPr>
          <p:spPr>
            <a:xfrm rot="1352046" flipH="1">
              <a:off x="-2478114" y="1597222"/>
              <a:ext cx="46219" cy="80884"/>
            </a:xfrm>
            <a:custGeom>
              <a:avLst/>
              <a:gdLst/>
              <a:ahLst/>
              <a:cxnLst/>
              <a:rect l="l" t="t" r="r" b="b"/>
              <a:pathLst>
                <a:path w="39" h="67" extrusionOk="0">
                  <a:moveTo>
                    <a:pt x="39" y="29"/>
                  </a:moveTo>
                  <a:cubicBezTo>
                    <a:pt x="35" y="42"/>
                    <a:pt x="27" y="55"/>
                    <a:pt x="17" y="67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1" y="26"/>
                    <a:pt x="18" y="13"/>
                    <a:pt x="23" y="0"/>
                  </a:cubicBezTo>
                  <a:cubicBezTo>
                    <a:pt x="28" y="10"/>
                    <a:pt x="34" y="19"/>
                    <a:pt x="39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1"/>
            <p:cNvSpPr/>
            <p:nvPr/>
          </p:nvSpPr>
          <p:spPr>
            <a:xfrm rot="1352051" flipH="1">
              <a:off x="-994681" y="3502654"/>
              <a:ext cx="25677" cy="83452"/>
            </a:xfrm>
            <a:custGeom>
              <a:avLst/>
              <a:gdLst/>
              <a:ahLst/>
              <a:cxnLst/>
              <a:rect l="l" t="t" r="r" b="b"/>
              <a:pathLst>
                <a:path w="21" h="69" extrusionOk="0">
                  <a:moveTo>
                    <a:pt x="21" y="69"/>
                  </a:moveTo>
                  <a:cubicBezTo>
                    <a:pt x="16" y="60"/>
                    <a:pt x="10" y="50"/>
                    <a:pt x="5" y="40"/>
                  </a:cubicBezTo>
                  <a:cubicBezTo>
                    <a:pt x="1" y="28"/>
                    <a:pt x="0" y="14"/>
                    <a:pt x="3" y="0"/>
                  </a:cubicBezTo>
                  <a:cubicBezTo>
                    <a:pt x="9" y="10"/>
                    <a:pt x="14" y="19"/>
                    <a:pt x="20" y="29"/>
                  </a:cubicBezTo>
                  <a:cubicBezTo>
                    <a:pt x="17" y="43"/>
                    <a:pt x="17" y="57"/>
                    <a:pt x="21" y="6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2" name="Google Shape;552;p31"/>
            <p:cNvSpPr/>
            <p:nvPr/>
          </p:nvSpPr>
          <p:spPr>
            <a:xfrm rot="1352050" flipH="1">
              <a:off x="-1014145" y="3545000"/>
              <a:ext cx="26961" cy="52639"/>
            </a:xfrm>
            <a:custGeom>
              <a:avLst/>
              <a:gdLst/>
              <a:ahLst/>
              <a:cxnLst/>
              <a:rect l="l" t="t" r="r" b="b"/>
              <a:pathLst>
                <a:path w="22" h="43" extrusionOk="0">
                  <a:moveTo>
                    <a:pt x="16" y="29"/>
                  </a:moveTo>
                  <a:cubicBezTo>
                    <a:pt x="18" y="34"/>
                    <a:pt x="20" y="39"/>
                    <a:pt x="22" y="4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3" y="10"/>
                    <a:pt x="1" y="5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5" y="9"/>
                    <a:pt x="9" y="16"/>
                    <a:pt x="13" y="23"/>
                  </a:cubicBezTo>
                  <a:cubicBezTo>
                    <a:pt x="13" y="24"/>
                    <a:pt x="14" y="25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8"/>
                    <a:pt x="16" y="28"/>
                  </a:cubicBezTo>
                  <a:lnTo>
                    <a:pt x="16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3" name="Google Shape;553;p31"/>
            <p:cNvSpPr/>
            <p:nvPr/>
          </p:nvSpPr>
          <p:spPr>
            <a:xfrm rot="1352052" flipH="1">
              <a:off x="-1019358" y="3444848"/>
              <a:ext cx="51354" cy="148930"/>
            </a:xfrm>
            <a:custGeom>
              <a:avLst/>
              <a:gdLst/>
              <a:ahLst/>
              <a:cxnLst/>
              <a:rect l="l" t="t" r="r" b="b"/>
              <a:pathLst>
                <a:path w="43" h="123" extrusionOk="0">
                  <a:moveTo>
                    <a:pt x="43" y="28"/>
                  </a:moveTo>
                  <a:cubicBezTo>
                    <a:pt x="17" y="60"/>
                    <a:pt x="11" y="97"/>
                    <a:pt x="27" y="123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6" y="86"/>
                    <a:pt x="3" y="78"/>
                    <a:pt x="2" y="68"/>
                  </a:cubicBezTo>
                  <a:cubicBezTo>
                    <a:pt x="7" y="78"/>
                    <a:pt x="13" y="87"/>
                    <a:pt x="18" y="97"/>
                  </a:cubicBezTo>
                  <a:cubicBezTo>
                    <a:pt x="13" y="87"/>
                    <a:pt x="7" y="78"/>
                    <a:pt x="2" y="68"/>
                  </a:cubicBezTo>
                  <a:cubicBezTo>
                    <a:pt x="0" y="47"/>
                    <a:pt x="8" y="22"/>
                    <a:pt x="27" y="0"/>
                  </a:cubicBezTo>
                  <a:cubicBezTo>
                    <a:pt x="32" y="8"/>
                    <a:pt x="38" y="20"/>
                    <a:pt x="43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54" name="Google Shape;554;p3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352049" flipH="1">
              <a:off x="-1106599" y="3428831"/>
              <a:ext cx="51354" cy="65477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55" name="Google Shape;555;p31"/>
            <p:cNvSpPr/>
            <p:nvPr/>
          </p:nvSpPr>
          <p:spPr>
            <a:xfrm rot="1352048" flipH="1">
              <a:off x="-1040359" y="3440679"/>
              <a:ext cx="55206" cy="138659"/>
            </a:xfrm>
            <a:custGeom>
              <a:avLst/>
              <a:gdLst/>
              <a:ahLst/>
              <a:cxnLst/>
              <a:rect l="l" t="t" r="r" b="b"/>
              <a:pathLst>
                <a:path w="46" h="115" extrusionOk="0">
                  <a:moveTo>
                    <a:pt x="31" y="115"/>
                  </a:moveTo>
                  <a:cubicBezTo>
                    <a:pt x="14" y="87"/>
                    <a:pt x="14" y="87"/>
                    <a:pt x="14" y="87"/>
                  </a:cubicBezTo>
                  <a:cubicBezTo>
                    <a:pt x="0" y="63"/>
                    <a:pt x="5" y="29"/>
                    <a:pt x="30" y="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2" y="58"/>
                    <a:pt x="17" y="91"/>
                    <a:pt x="31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6" name="Google Shape;556;p31"/>
            <p:cNvSpPr/>
            <p:nvPr/>
          </p:nvSpPr>
          <p:spPr>
            <a:xfrm rot="1352046" flipH="1">
              <a:off x="-1043209" y="3556934"/>
              <a:ext cx="41083" cy="57774"/>
            </a:xfrm>
            <a:custGeom>
              <a:avLst/>
              <a:gdLst/>
              <a:ahLst/>
              <a:cxnLst/>
              <a:rect l="l" t="t" r="r" b="b"/>
              <a:pathLst>
                <a:path w="34" h="48" extrusionOk="0">
                  <a:moveTo>
                    <a:pt x="34" y="48"/>
                  </a:moveTo>
                  <a:cubicBezTo>
                    <a:pt x="26" y="43"/>
                    <a:pt x="21" y="36"/>
                    <a:pt x="16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10" y="14"/>
                    <a:pt x="17" y="20"/>
                  </a:cubicBezTo>
                  <a:cubicBezTo>
                    <a:pt x="23" y="29"/>
                    <a:pt x="28" y="39"/>
                    <a:pt x="34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7" name="Google Shape;557;p31"/>
            <p:cNvSpPr/>
            <p:nvPr/>
          </p:nvSpPr>
          <p:spPr>
            <a:xfrm rot="1352051" flipH="1">
              <a:off x="-1077901" y="3535152"/>
              <a:ext cx="51354" cy="62910"/>
            </a:xfrm>
            <a:custGeom>
              <a:avLst/>
              <a:gdLst/>
              <a:ahLst/>
              <a:cxnLst/>
              <a:rect l="l" t="t" r="r" b="b"/>
              <a:pathLst>
                <a:path w="42" h="52" extrusionOk="0">
                  <a:moveTo>
                    <a:pt x="17" y="2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9"/>
                    <a:pt x="14" y="17"/>
                    <a:pt x="26" y="23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31" y="46"/>
                    <a:pt x="22" y="38"/>
                    <a:pt x="17" y="28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8" name="Google Shape;558;p31"/>
            <p:cNvSpPr/>
            <p:nvPr/>
          </p:nvSpPr>
          <p:spPr>
            <a:xfrm rot="1352045" flipH="1">
              <a:off x="-1681769" y="3436700"/>
              <a:ext cx="586724" cy="315834"/>
            </a:xfrm>
            <a:custGeom>
              <a:avLst/>
              <a:gdLst/>
              <a:ahLst/>
              <a:cxnLst/>
              <a:rect l="l" t="t" r="r" b="b"/>
              <a:pathLst>
                <a:path w="457" h="246" extrusionOk="0">
                  <a:moveTo>
                    <a:pt x="442" y="220"/>
                  </a:moveTo>
                  <a:lnTo>
                    <a:pt x="457" y="246"/>
                  </a:lnTo>
                  <a:lnTo>
                    <a:pt x="15" y="27"/>
                  </a:lnTo>
                  <a:lnTo>
                    <a:pt x="0" y="0"/>
                  </a:lnTo>
                  <a:lnTo>
                    <a:pt x="442" y="220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9" name="Google Shape;559;p31"/>
            <p:cNvSpPr/>
            <p:nvPr/>
          </p:nvSpPr>
          <p:spPr>
            <a:xfrm rot="1352045" flipH="1">
              <a:off x="-1676659" y="3449769"/>
              <a:ext cx="598279" cy="320970"/>
            </a:xfrm>
            <a:custGeom>
              <a:avLst/>
              <a:gdLst/>
              <a:ahLst/>
              <a:cxnLst/>
              <a:rect l="l" t="t" r="r" b="b"/>
              <a:pathLst>
                <a:path w="466" h="250" extrusionOk="0">
                  <a:moveTo>
                    <a:pt x="450" y="224"/>
                  </a:moveTo>
                  <a:lnTo>
                    <a:pt x="466" y="250"/>
                  </a:lnTo>
                  <a:lnTo>
                    <a:pt x="15" y="27"/>
                  </a:lnTo>
                  <a:lnTo>
                    <a:pt x="0" y="0"/>
                  </a:lnTo>
                  <a:lnTo>
                    <a:pt x="450" y="224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1"/>
            <p:cNvSpPr/>
            <p:nvPr/>
          </p:nvSpPr>
          <p:spPr>
            <a:xfrm rot="1352045" flipH="1">
              <a:off x="-1678426" y="3457376"/>
              <a:ext cx="598279" cy="320970"/>
            </a:xfrm>
            <a:custGeom>
              <a:avLst/>
              <a:gdLst/>
              <a:ahLst/>
              <a:cxnLst/>
              <a:rect l="l" t="t" r="r" b="b"/>
              <a:pathLst>
                <a:path w="466" h="250" extrusionOk="0">
                  <a:moveTo>
                    <a:pt x="450" y="224"/>
                  </a:moveTo>
                  <a:lnTo>
                    <a:pt x="466" y="250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450" y="2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1"/>
            <p:cNvSpPr/>
            <p:nvPr/>
          </p:nvSpPr>
          <p:spPr>
            <a:xfrm rot="1352050" flipH="1">
              <a:off x="-1060300" y="3548654"/>
              <a:ext cx="53922" cy="65477"/>
            </a:xfrm>
            <a:custGeom>
              <a:avLst/>
              <a:gdLst/>
              <a:ahLst/>
              <a:cxnLst/>
              <a:rect l="l" t="t" r="r" b="b"/>
              <a:pathLst>
                <a:path w="44" h="54" extrusionOk="0">
                  <a:moveTo>
                    <a:pt x="17" y="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11"/>
                    <a:pt x="15" y="20"/>
                    <a:pt x="28" y="26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32" y="48"/>
                    <a:pt x="23" y="39"/>
                    <a:pt x="17" y="29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2" name="Google Shape;562;p31"/>
            <p:cNvSpPr/>
            <p:nvPr/>
          </p:nvSpPr>
          <p:spPr>
            <a:xfrm rot="1352047" flipH="1">
              <a:off x="-1064824" y="3571390"/>
              <a:ext cx="35948" cy="44935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30" y="37"/>
                  </a:moveTo>
                  <a:cubicBezTo>
                    <a:pt x="25" y="35"/>
                    <a:pt x="21" y="32"/>
                    <a:pt x="17" y="29"/>
                  </a:cubicBezTo>
                  <a:cubicBezTo>
                    <a:pt x="11" y="19"/>
                    <a:pt x="6" y="10"/>
                    <a:pt x="0" y="0"/>
                  </a:cubicBezTo>
                  <a:cubicBezTo>
                    <a:pt x="4" y="3"/>
                    <a:pt x="9" y="6"/>
                    <a:pt x="14" y="9"/>
                  </a:cubicBezTo>
                  <a:cubicBezTo>
                    <a:pt x="18" y="17"/>
                    <a:pt x="25" y="29"/>
                    <a:pt x="30" y="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63" name="Google Shape;563;p31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352049" flipH="1">
              <a:off x="-1357029" y="3396163"/>
              <a:ext cx="261907" cy="16048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64" name="Google Shape;564;p31"/>
            <p:cNvSpPr/>
            <p:nvPr/>
          </p:nvSpPr>
          <p:spPr>
            <a:xfrm rot="1352045" flipH="1">
              <a:off x="-1717130" y="3601359"/>
              <a:ext cx="30813" cy="46220"/>
            </a:xfrm>
            <a:custGeom>
              <a:avLst/>
              <a:gdLst/>
              <a:ahLst/>
              <a:cxnLst/>
              <a:rect l="l" t="t" r="r" b="b"/>
              <a:pathLst>
                <a:path w="24" h="36" extrusionOk="0">
                  <a:moveTo>
                    <a:pt x="9" y="0"/>
                  </a:moveTo>
                  <a:lnTo>
                    <a:pt x="24" y="26"/>
                  </a:lnTo>
                  <a:lnTo>
                    <a:pt x="16" y="36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5" name="Google Shape;565;p31"/>
            <p:cNvSpPr/>
            <p:nvPr/>
          </p:nvSpPr>
          <p:spPr>
            <a:xfrm rot="1352045" flipH="1">
              <a:off x="-1717858" y="3614052"/>
              <a:ext cx="28245" cy="37232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7" y="3"/>
                  </a:moveTo>
                  <a:lnTo>
                    <a:pt x="22" y="29"/>
                  </a:lnTo>
                  <a:lnTo>
                    <a:pt x="16" y="26"/>
                  </a:lnTo>
                  <a:lnTo>
                    <a:pt x="0" y="0"/>
                  </a:lnTo>
                  <a:lnTo>
                    <a:pt x="7" y="3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6" name="Google Shape;566;p31"/>
            <p:cNvSpPr/>
            <p:nvPr/>
          </p:nvSpPr>
          <p:spPr>
            <a:xfrm rot="1352045" flipH="1">
              <a:off x="-2753678" y="1816889"/>
              <a:ext cx="1220951" cy="1458487"/>
            </a:xfrm>
            <a:custGeom>
              <a:avLst/>
              <a:gdLst/>
              <a:ahLst/>
              <a:cxnLst/>
              <a:rect l="l" t="t" r="r" b="b"/>
              <a:pathLst>
                <a:path w="951" h="1136" extrusionOk="0">
                  <a:moveTo>
                    <a:pt x="936" y="0"/>
                  </a:moveTo>
                  <a:lnTo>
                    <a:pt x="951" y="27"/>
                  </a:lnTo>
                  <a:lnTo>
                    <a:pt x="16" y="1136"/>
                  </a:lnTo>
                  <a:lnTo>
                    <a:pt x="0" y="1109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1"/>
            <p:cNvSpPr/>
            <p:nvPr/>
          </p:nvSpPr>
          <p:spPr>
            <a:xfrm rot="1352045" flipH="1">
              <a:off x="-1871034" y="3411918"/>
              <a:ext cx="35948" cy="42368"/>
            </a:xfrm>
            <a:custGeom>
              <a:avLst/>
              <a:gdLst/>
              <a:ahLst/>
              <a:cxnLst/>
              <a:rect l="l" t="t" r="r" b="b"/>
              <a:pathLst>
                <a:path w="28" h="33" extrusionOk="0">
                  <a:moveTo>
                    <a:pt x="12" y="6"/>
                  </a:moveTo>
                  <a:lnTo>
                    <a:pt x="28" y="33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12" y="6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8" name="Google Shape;568;p31"/>
            <p:cNvSpPr/>
            <p:nvPr/>
          </p:nvSpPr>
          <p:spPr>
            <a:xfrm rot="1352045" flipH="1">
              <a:off x="-1871034" y="3411918"/>
              <a:ext cx="35948" cy="42368"/>
            </a:xfrm>
            <a:custGeom>
              <a:avLst/>
              <a:gdLst/>
              <a:ahLst/>
              <a:cxnLst/>
              <a:rect l="l" t="t" r="r" b="b"/>
              <a:pathLst>
                <a:path w="28" h="33" extrusionOk="0">
                  <a:moveTo>
                    <a:pt x="12" y="6"/>
                  </a:moveTo>
                  <a:lnTo>
                    <a:pt x="28" y="33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12" y="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9" name="Google Shape;569;p31"/>
            <p:cNvSpPr/>
            <p:nvPr/>
          </p:nvSpPr>
          <p:spPr>
            <a:xfrm rot="1352045" flipH="1">
              <a:off x="-2712219" y="1533899"/>
              <a:ext cx="1984847" cy="1862909"/>
            </a:xfrm>
            <a:custGeom>
              <a:avLst/>
              <a:gdLst/>
              <a:ahLst/>
              <a:cxnLst/>
              <a:rect l="l" t="t" r="r" b="b"/>
              <a:pathLst>
                <a:path w="1638" h="1537" extrusionOk="0">
                  <a:moveTo>
                    <a:pt x="1594" y="252"/>
                  </a:moveTo>
                  <a:cubicBezTo>
                    <a:pt x="1634" y="272"/>
                    <a:pt x="1638" y="322"/>
                    <a:pt x="1604" y="362"/>
                  </a:cubicBezTo>
                  <a:cubicBezTo>
                    <a:pt x="613" y="1537"/>
                    <a:pt x="613" y="1537"/>
                    <a:pt x="613" y="1537"/>
                  </a:cubicBezTo>
                  <a:cubicBezTo>
                    <a:pt x="600" y="1531"/>
                    <a:pt x="600" y="1531"/>
                    <a:pt x="600" y="1531"/>
                  </a:cubicBezTo>
                  <a:cubicBezTo>
                    <a:pt x="1586" y="361"/>
                    <a:pt x="1586" y="361"/>
                    <a:pt x="1586" y="361"/>
                  </a:cubicBezTo>
                  <a:cubicBezTo>
                    <a:pt x="1612" y="330"/>
                    <a:pt x="1608" y="293"/>
                    <a:pt x="1579" y="279"/>
                  </a:cubicBezTo>
                  <a:cubicBezTo>
                    <a:pt x="1445" y="212"/>
                    <a:pt x="1445" y="212"/>
                    <a:pt x="1445" y="212"/>
                  </a:cubicBezTo>
                  <a:cubicBezTo>
                    <a:pt x="1233" y="107"/>
                    <a:pt x="1233" y="107"/>
                    <a:pt x="1233" y="107"/>
                  </a:cubicBezTo>
                  <a:cubicBezTo>
                    <a:pt x="1099" y="41"/>
                    <a:pt x="1099" y="41"/>
                    <a:pt x="1099" y="41"/>
                  </a:cubicBezTo>
                  <a:cubicBezTo>
                    <a:pt x="1070" y="26"/>
                    <a:pt x="1024" y="39"/>
                    <a:pt x="999" y="69"/>
                  </a:cubicBezTo>
                  <a:cubicBezTo>
                    <a:pt x="683" y="444"/>
                    <a:pt x="683" y="444"/>
                    <a:pt x="683" y="444"/>
                  </a:cubicBezTo>
                  <a:cubicBezTo>
                    <a:pt x="296" y="903"/>
                    <a:pt x="296" y="903"/>
                    <a:pt x="296" y="903"/>
                  </a:cubicBezTo>
                  <a:cubicBezTo>
                    <a:pt x="37" y="1210"/>
                    <a:pt x="37" y="1210"/>
                    <a:pt x="37" y="1210"/>
                  </a:cubicBezTo>
                  <a:cubicBezTo>
                    <a:pt x="12" y="1239"/>
                    <a:pt x="12" y="1239"/>
                    <a:pt x="12" y="1239"/>
                  </a:cubicBezTo>
                  <a:cubicBezTo>
                    <a:pt x="0" y="1233"/>
                    <a:pt x="0" y="1233"/>
                    <a:pt x="0" y="1233"/>
                  </a:cubicBezTo>
                  <a:cubicBezTo>
                    <a:pt x="990" y="58"/>
                    <a:pt x="990" y="58"/>
                    <a:pt x="990" y="58"/>
                  </a:cubicBezTo>
                  <a:cubicBezTo>
                    <a:pt x="1025" y="17"/>
                    <a:pt x="1085" y="0"/>
                    <a:pt x="1125" y="20"/>
                  </a:cubicBezTo>
                  <a:cubicBezTo>
                    <a:pt x="1594" y="252"/>
                    <a:pt x="1594" y="252"/>
                    <a:pt x="1594" y="252"/>
                  </a:cubicBez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70" name="Google Shape;570;p31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352047" flipH="1">
              <a:off x="-1872158" y="3430596"/>
              <a:ext cx="152779" cy="8730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571" name="Google Shape;571;p31"/>
            <p:cNvSpPr/>
            <p:nvPr/>
          </p:nvSpPr>
          <p:spPr>
            <a:xfrm rot="1352045" flipH="1">
              <a:off x="-1885691" y="3423863"/>
              <a:ext cx="71896" cy="96290"/>
            </a:xfrm>
            <a:custGeom>
              <a:avLst/>
              <a:gdLst/>
              <a:ahLst/>
              <a:cxnLst/>
              <a:rect l="l" t="t" r="r" b="b"/>
              <a:pathLst>
                <a:path w="56" h="75" extrusionOk="0">
                  <a:moveTo>
                    <a:pt x="40" y="0"/>
                  </a:moveTo>
                  <a:lnTo>
                    <a:pt x="56" y="27"/>
                  </a:lnTo>
                  <a:lnTo>
                    <a:pt x="16" y="75"/>
                  </a:lnTo>
                  <a:lnTo>
                    <a:pt x="0" y="49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2" name="Google Shape;572;p31"/>
            <p:cNvSpPr/>
            <p:nvPr/>
          </p:nvSpPr>
          <p:spPr>
            <a:xfrm rot="1352048" flipH="1">
              <a:off x="-1868107" y="3522759"/>
              <a:ext cx="183591" cy="103994"/>
            </a:xfrm>
            <a:custGeom>
              <a:avLst/>
              <a:gdLst/>
              <a:ahLst/>
              <a:cxnLst/>
              <a:rect l="l" t="t" r="r" b="b"/>
              <a:pathLst>
                <a:path w="151" h="86" extrusionOk="0">
                  <a:moveTo>
                    <a:pt x="134" y="0"/>
                  </a:moveTo>
                  <a:cubicBezTo>
                    <a:pt x="151" y="28"/>
                    <a:pt x="151" y="28"/>
                    <a:pt x="151" y="28"/>
                  </a:cubicBezTo>
                  <a:cubicBezTo>
                    <a:pt x="116" y="69"/>
                    <a:pt x="56" y="86"/>
                    <a:pt x="16" y="6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9" y="58"/>
                    <a:pt x="100" y="40"/>
                    <a:pt x="134" y="0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1"/>
            <p:cNvSpPr/>
            <p:nvPr/>
          </p:nvSpPr>
          <p:spPr>
            <a:xfrm rot="1352047" flipH="1">
              <a:off x="-1883988" y="3531662"/>
              <a:ext cx="196430" cy="111697"/>
            </a:xfrm>
            <a:custGeom>
              <a:avLst/>
              <a:gdLst/>
              <a:ahLst/>
              <a:cxnLst/>
              <a:rect l="l" t="t" r="r" b="b"/>
              <a:pathLst>
                <a:path w="163" h="92" extrusionOk="0">
                  <a:moveTo>
                    <a:pt x="147" y="0"/>
                  </a:moveTo>
                  <a:cubicBezTo>
                    <a:pt x="163" y="29"/>
                    <a:pt x="163" y="29"/>
                    <a:pt x="163" y="29"/>
                  </a:cubicBezTo>
                  <a:cubicBezTo>
                    <a:pt x="126" y="73"/>
                    <a:pt x="60" y="92"/>
                    <a:pt x="16" y="7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43" y="63"/>
                    <a:pt x="109" y="45"/>
                    <a:pt x="147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4" name="Google Shape;574;p31"/>
            <p:cNvSpPr/>
            <p:nvPr/>
          </p:nvSpPr>
          <p:spPr>
            <a:xfrm rot="1352048" flipH="1">
              <a:off x="-1731722" y="3619249"/>
              <a:ext cx="39799" cy="42368"/>
            </a:xfrm>
            <a:custGeom>
              <a:avLst/>
              <a:gdLst/>
              <a:ahLst/>
              <a:cxnLst/>
              <a:rect l="l" t="t" r="r" b="b"/>
              <a:pathLst>
                <a:path w="33" h="35" extrusionOk="0">
                  <a:moveTo>
                    <a:pt x="33" y="35"/>
                  </a:moveTo>
                  <a:cubicBezTo>
                    <a:pt x="28" y="33"/>
                    <a:pt x="22" y="31"/>
                    <a:pt x="17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2"/>
                    <a:pt x="11" y="4"/>
                    <a:pt x="17" y="6"/>
                  </a:cubicBezTo>
                  <a:cubicBezTo>
                    <a:pt x="22" y="16"/>
                    <a:pt x="28" y="25"/>
                    <a:pt x="33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5" name="Google Shape;575;p31"/>
            <p:cNvSpPr/>
            <p:nvPr/>
          </p:nvSpPr>
          <p:spPr>
            <a:xfrm rot="1352046" flipH="1">
              <a:off x="-1733403" y="3621242"/>
              <a:ext cx="20542" cy="35949"/>
            </a:xfrm>
            <a:custGeom>
              <a:avLst/>
              <a:gdLst/>
              <a:ahLst/>
              <a:cxnLst/>
              <a:rect l="l" t="t" r="r" b="b"/>
              <a:pathLst>
                <a:path w="17" h="29" extrusionOk="0">
                  <a:moveTo>
                    <a:pt x="16" y="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6" y="10"/>
                    <a:pt x="12" y="19"/>
                    <a:pt x="17" y="29"/>
                  </a:cubicBezTo>
                  <a:lnTo>
                    <a:pt x="16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6" name="Google Shape;576;p31"/>
            <p:cNvSpPr/>
            <p:nvPr/>
          </p:nvSpPr>
          <p:spPr>
            <a:xfrm rot="1352048" flipH="1">
              <a:off x="-2693777" y="1544924"/>
              <a:ext cx="2060594" cy="2001561"/>
            </a:xfrm>
            <a:custGeom>
              <a:avLst/>
              <a:gdLst/>
              <a:ahLst/>
              <a:cxnLst/>
              <a:rect l="l" t="t" r="r" b="b"/>
              <a:pathLst>
                <a:path w="1701" h="1652" extrusionOk="0">
                  <a:moveTo>
                    <a:pt x="1701" y="258"/>
                  </a:moveTo>
                  <a:cubicBezTo>
                    <a:pt x="1694" y="266"/>
                    <a:pt x="1694" y="266"/>
                    <a:pt x="1694" y="266"/>
                  </a:cubicBezTo>
                  <a:cubicBezTo>
                    <a:pt x="1225" y="34"/>
                    <a:pt x="1225" y="34"/>
                    <a:pt x="1225" y="34"/>
                  </a:cubicBezTo>
                  <a:cubicBezTo>
                    <a:pt x="1185" y="14"/>
                    <a:pt x="1125" y="31"/>
                    <a:pt x="1090" y="72"/>
                  </a:cubicBezTo>
                  <a:cubicBezTo>
                    <a:pt x="100" y="1247"/>
                    <a:pt x="100" y="1247"/>
                    <a:pt x="100" y="1247"/>
                  </a:cubicBezTo>
                  <a:cubicBezTo>
                    <a:pt x="57" y="1298"/>
                    <a:pt x="57" y="1298"/>
                    <a:pt x="57" y="1298"/>
                  </a:cubicBezTo>
                  <a:cubicBezTo>
                    <a:pt x="22" y="1339"/>
                    <a:pt x="27" y="1388"/>
                    <a:pt x="67" y="1408"/>
                  </a:cubicBezTo>
                  <a:cubicBezTo>
                    <a:pt x="536" y="1641"/>
                    <a:pt x="536" y="1641"/>
                    <a:pt x="536" y="1641"/>
                  </a:cubicBezTo>
                  <a:cubicBezTo>
                    <a:pt x="526" y="1652"/>
                    <a:pt x="526" y="1652"/>
                    <a:pt x="526" y="1652"/>
                  </a:cubicBezTo>
                  <a:cubicBezTo>
                    <a:pt x="49" y="1415"/>
                    <a:pt x="49" y="1415"/>
                    <a:pt x="49" y="1415"/>
                  </a:cubicBezTo>
                  <a:cubicBezTo>
                    <a:pt x="5" y="1393"/>
                    <a:pt x="0" y="1339"/>
                    <a:pt x="38" y="1295"/>
                  </a:cubicBezTo>
                  <a:cubicBezTo>
                    <a:pt x="1076" y="63"/>
                    <a:pt x="1076" y="63"/>
                    <a:pt x="1076" y="63"/>
                  </a:cubicBezTo>
                  <a:cubicBezTo>
                    <a:pt x="1113" y="19"/>
                    <a:pt x="1180" y="0"/>
                    <a:pt x="1223" y="21"/>
                  </a:cubicBezTo>
                  <a:lnTo>
                    <a:pt x="1701" y="2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7" name="Google Shape;577;p31"/>
            <p:cNvSpPr/>
            <p:nvPr/>
          </p:nvSpPr>
          <p:spPr>
            <a:xfrm rot="1352050" flipH="1">
              <a:off x="-1884522" y="3495476"/>
              <a:ext cx="52638" cy="64194"/>
            </a:xfrm>
            <a:custGeom>
              <a:avLst/>
              <a:gdLst/>
              <a:ahLst/>
              <a:cxnLst/>
              <a:rect l="l" t="t" r="r" b="b"/>
              <a:pathLst>
                <a:path w="43" h="53" extrusionOk="0">
                  <a:moveTo>
                    <a:pt x="43" y="29"/>
                  </a:moveTo>
                  <a:cubicBezTo>
                    <a:pt x="35" y="38"/>
                    <a:pt x="26" y="46"/>
                    <a:pt x="17" y="53"/>
                  </a:cubicBezTo>
                  <a:cubicBezTo>
                    <a:pt x="11" y="44"/>
                    <a:pt x="6" y="34"/>
                    <a:pt x="0" y="25"/>
                  </a:cubicBezTo>
                  <a:cubicBezTo>
                    <a:pt x="10" y="18"/>
                    <a:pt x="19" y="9"/>
                    <a:pt x="26" y="0"/>
                  </a:cubicBezTo>
                  <a:cubicBezTo>
                    <a:pt x="31" y="9"/>
                    <a:pt x="38" y="20"/>
                    <a:pt x="43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8" name="Google Shape;578;p31"/>
            <p:cNvSpPr/>
            <p:nvPr/>
          </p:nvSpPr>
          <p:spPr>
            <a:xfrm rot="1352048" flipH="1">
              <a:off x="-1787436" y="3610222"/>
              <a:ext cx="74464" cy="41084"/>
            </a:xfrm>
            <a:custGeom>
              <a:avLst/>
              <a:gdLst/>
              <a:ahLst/>
              <a:cxnLst/>
              <a:rect l="l" t="t" r="r" b="b"/>
              <a:pathLst>
                <a:path w="61" h="34" extrusionOk="0">
                  <a:moveTo>
                    <a:pt x="61" y="32"/>
                  </a:moveTo>
                  <a:cubicBezTo>
                    <a:pt x="46" y="34"/>
                    <a:pt x="30" y="33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ubicBezTo>
                    <a:pt x="14" y="4"/>
                    <a:pt x="29" y="5"/>
                    <a:pt x="45" y="3"/>
                  </a:cubicBezTo>
                  <a:cubicBezTo>
                    <a:pt x="50" y="13"/>
                    <a:pt x="56" y="22"/>
                    <a:pt x="61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1"/>
            <p:cNvSpPr/>
            <p:nvPr/>
          </p:nvSpPr>
          <p:spPr>
            <a:xfrm rot="1352048" flipH="1">
              <a:off x="-1792787" y="3600981"/>
              <a:ext cx="28245" cy="35949"/>
            </a:xfrm>
            <a:custGeom>
              <a:avLst/>
              <a:gdLst/>
              <a:ahLst/>
              <a:cxnLst/>
              <a:rect l="l" t="t" r="r" b="b"/>
              <a:pathLst>
                <a:path w="23" h="30" extrusionOk="0">
                  <a:moveTo>
                    <a:pt x="23" y="29"/>
                  </a:moveTo>
                  <a:cubicBezTo>
                    <a:pt x="21" y="29"/>
                    <a:pt x="19" y="30"/>
                    <a:pt x="16" y="30"/>
                  </a:cubicBezTo>
                  <a:cubicBezTo>
                    <a:pt x="11" y="20"/>
                    <a:pt x="5" y="11"/>
                    <a:pt x="0" y="1"/>
                  </a:cubicBezTo>
                  <a:cubicBezTo>
                    <a:pt x="2" y="1"/>
                    <a:pt x="4" y="1"/>
                    <a:pt x="6" y="0"/>
                  </a:cubicBezTo>
                  <a:cubicBezTo>
                    <a:pt x="12" y="10"/>
                    <a:pt x="17" y="19"/>
                    <a:pt x="23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0" name="Google Shape;580;p31"/>
            <p:cNvSpPr/>
            <p:nvPr/>
          </p:nvSpPr>
          <p:spPr>
            <a:xfrm rot="1352046" flipH="1">
              <a:off x="-1859555" y="3531263"/>
              <a:ext cx="20542" cy="33381"/>
            </a:xfrm>
            <a:custGeom>
              <a:avLst/>
              <a:gdLst/>
              <a:ahLst/>
              <a:cxnLst/>
              <a:rect l="l" t="t" r="r" b="b"/>
              <a:pathLst>
                <a:path w="17" h="28" extrusionOk="0">
                  <a:moveTo>
                    <a:pt x="17" y="28"/>
                  </a:moveTo>
                  <a:cubicBezTo>
                    <a:pt x="11" y="19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9"/>
                    <a:pt x="11" y="19"/>
                    <a:pt x="17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1" name="Google Shape;581;p31"/>
            <p:cNvSpPr/>
            <p:nvPr/>
          </p:nvSpPr>
          <p:spPr>
            <a:xfrm rot="1352048" flipH="1">
              <a:off x="-1835722" y="3578054"/>
              <a:ext cx="68044" cy="48787"/>
            </a:xfrm>
            <a:custGeom>
              <a:avLst/>
              <a:gdLst/>
              <a:ahLst/>
              <a:cxnLst/>
              <a:rect l="l" t="t" r="r" b="b"/>
              <a:pathLst>
                <a:path w="56" h="40" extrusionOk="0">
                  <a:moveTo>
                    <a:pt x="17" y="40"/>
                  </a:moveTo>
                  <a:cubicBezTo>
                    <a:pt x="16" y="38"/>
                    <a:pt x="14" y="35"/>
                    <a:pt x="13" y="33"/>
                  </a:cubicBezTo>
                  <a:cubicBezTo>
                    <a:pt x="11" y="29"/>
                    <a:pt x="8" y="25"/>
                    <a:pt x="6" y="21"/>
                  </a:cubicBezTo>
                  <a:cubicBezTo>
                    <a:pt x="6" y="21"/>
                    <a:pt x="6" y="20"/>
                    <a:pt x="5" y="20"/>
                  </a:cubicBezTo>
                  <a:cubicBezTo>
                    <a:pt x="5" y="19"/>
                    <a:pt x="4" y="18"/>
                    <a:pt x="4" y="17"/>
                  </a:cubicBezTo>
                  <a:cubicBezTo>
                    <a:pt x="3" y="16"/>
                    <a:pt x="3" y="16"/>
                    <a:pt x="3" y="15"/>
                  </a:cubicBezTo>
                  <a:cubicBezTo>
                    <a:pt x="2" y="15"/>
                    <a:pt x="2" y="13"/>
                    <a:pt x="1" y="13"/>
                  </a:cubicBezTo>
                  <a:cubicBezTo>
                    <a:pt x="1" y="12"/>
                    <a:pt x="0" y="12"/>
                    <a:pt x="0" y="11"/>
                  </a:cubicBezTo>
                  <a:cubicBezTo>
                    <a:pt x="13" y="9"/>
                    <a:pt x="27" y="5"/>
                    <a:pt x="39" y="0"/>
                  </a:cubicBezTo>
                  <a:cubicBezTo>
                    <a:pt x="45" y="9"/>
                    <a:pt x="50" y="19"/>
                    <a:pt x="56" y="28"/>
                  </a:cubicBezTo>
                  <a:cubicBezTo>
                    <a:pt x="43" y="34"/>
                    <a:pt x="30" y="38"/>
                    <a:pt x="17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1"/>
            <p:cNvSpPr/>
            <p:nvPr/>
          </p:nvSpPr>
          <p:spPr>
            <a:xfrm rot="1352046" flipH="1">
              <a:off x="-1833181" y="3567812"/>
              <a:ext cx="23109" cy="34664"/>
            </a:xfrm>
            <a:custGeom>
              <a:avLst/>
              <a:gdLst/>
              <a:ahLst/>
              <a:cxnLst/>
              <a:rect l="l" t="t" r="r" b="b"/>
              <a:pathLst>
                <a:path w="19" h="29" extrusionOk="0">
                  <a:moveTo>
                    <a:pt x="17" y="29"/>
                  </a:moveTo>
                  <a:cubicBezTo>
                    <a:pt x="11" y="20"/>
                    <a:pt x="6" y="10"/>
                    <a:pt x="0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8" y="9"/>
                    <a:pt x="13" y="19"/>
                    <a:pt x="19" y="28"/>
                  </a:cubicBezTo>
                  <a:cubicBezTo>
                    <a:pt x="18" y="29"/>
                    <a:pt x="17" y="29"/>
                    <a:pt x="17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1"/>
            <p:cNvSpPr/>
            <p:nvPr/>
          </p:nvSpPr>
          <p:spPr>
            <a:xfrm rot="1352047" flipH="1">
              <a:off x="-1865454" y="3537761"/>
              <a:ext cx="59058" cy="56491"/>
            </a:xfrm>
            <a:custGeom>
              <a:avLst/>
              <a:gdLst/>
              <a:ahLst/>
              <a:cxnLst/>
              <a:rect l="l" t="t" r="r" b="b"/>
              <a:pathLst>
                <a:path w="49" h="47" extrusionOk="0">
                  <a:moveTo>
                    <a:pt x="49" y="28"/>
                  </a:moveTo>
                  <a:cubicBezTo>
                    <a:pt x="39" y="36"/>
                    <a:pt x="28" y="42"/>
                    <a:pt x="17" y="47"/>
                  </a:cubicBezTo>
                  <a:cubicBezTo>
                    <a:pt x="11" y="38"/>
                    <a:pt x="6" y="28"/>
                    <a:pt x="0" y="19"/>
                  </a:cubicBezTo>
                  <a:cubicBezTo>
                    <a:pt x="12" y="14"/>
                    <a:pt x="22" y="7"/>
                    <a:pt x="32" y="0"/>
                  </a:cubicBezTo>
                  <a:cubicBezTo>
                    <a:pt x="38" y="9"/>
                    <a:pt x="43" y="19"/>
                    <a:pt x="49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4" name="Google Shape;584;p31"/>
            <p:cNvSpPr/>
            <p:nvPr/>
          </p:nvSpPr>
          <p:spPr>
            <a:xfrm rot="1352045" flipH="1">
              <a:off x="-2786996" y="1824600"/>
              <a:ext cx="1277441" cy="1527817"/>
            </a:xfrm>
            <a:custGeom>
              <a:avLst/>
              <a:gdLst/>
              <a:ahLst/>
              <a:cxnLst/>
              <a:rect l="l" t="t" r="r" b="b"/>
              <a:pathLst>
                <a:path w="995" h="1190" extrusionOk="0">
                  <a:moveTo>
                    <a:pt x="980" y="0"/>
                  </a:moveTo>
                  <a:lnTo>
                    <a:pt x="995" y="27"/>
                  </a:lnTo>
                  <a:lnTo>
                    <a:pt x="15" y="1190"/>
                  </a:lnTo>
                  <a:lnTo>
                    <a:pt x="0" y="1162"/>
                  </a:lnTo>
                  <a:lnTo>
                    <a:pt x="98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5" name="Google Shape;585;p31"/>
            <p:cNvSpPr/>
            <p:nvPr/>
          </p:nvSpPr>
          <p:spPr>
            <a:xfrm rot="1352066" flipH="1">
              <a:off x="-1828968" y="3223085"/>
              <a:ext cx="829049" cy="495913"/>
            </a:xfrm>
            <a:custGeom>
              <a:avLst/>
              <a:gdLst/>
              <a:ahLst/>
              <a:cxnLst/>
              <a:rect l="l" t="t" r="r" b="b"/>
              <a:pathLst>
                <a:path w="691" h="414" extrusionOk="0">
                  <a:moveTo>
                    <a:pt x="691" y="304"/>
                  </a:moveTo>
                  <a:cubicBezTo>
                    <a:pt x="648" y="356"/>
                    <a:pt x="648" y="356"/>
                    <a:pt x="648" y="356"/>
                  </a:cubicBezTo>
                  <a:cubicBezTo>
                    <a:pt x="614" y="396"/>
                    <a:pt x="553" y="414"/>
                    <a:pt x="514" y="394"/>
                  </a:cubicBezTo>
                  <a:cubicBezTo>
                    <a:pt x="45" y="161"/>
                    <a:pt x="45" y="161"/>
                    <a:pt x="45" y="161"/>
                  </a:cubicBezTo>
                  <a:cubicBezTo>
                    <a:pt x="5" y="141"/>
                    <a:pt x="0" y="92"/>
                    <a:pt x="35" y="51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65" y="37"/>
                    <a:pt x="68" y="74"/>
                    <a:pt x="98" y="88"/>
                  </a:cubicBezTo>
                  <a:cubicBezTo>
                    <a:pt x="290" y="184"/>
                    <a:pt x="290" y="184"/>
                    <a:pt x="290" y="184"/>
                  </a:cubicBezTo>
                  <a:cubicBezTo>
                    <a:pt x="577" y="326"/>
                    <a:pt x="577" y="326"/>
                    <a:pt x="577" y="326"/>
                  </a:cubicBezTo>
                  <a:cubicBezTo>
                    <a:pt x="607" y="341"/>
                    <a:pt x="652" y="328"/>
                    <a:pt x="678" y="298"/>
                  </a:cubicBezTo>
                  <a:lnTo>
                    <a:pt x="691" y="304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p31"/>
            <p:cNvSpPr/>
            <p:nvPr/>
          </p:nvSpPr>
          <p:spPr>
            <a:xfrm rot="1352045" flipH="1">
              <a:off x="-2782117" y="1512933"/>
              <a:ext cx="2164582" cy="2063192"/>
            </a:xfrm>
            <a:custGeom>
              <a:avLst/>
              <a:gdLst/>
              <a:ahLst/>
              <a:cxnLst/>
              <a:rect l="l" t="t" r="r" b="b"/>
              <a:pathLst>
                <a:path w="1786" h="1703" extrusionOk="0">
                  <a:moveTo>
                    <a:pt x="1728" y="263"/>
                  </a:moveTo>
                  <a:cubicBezTo>
                    <a:pt x="1250" y="26"/>
                    <a:pt x="1250" y="26"/>
                    <a:pt x="1250" y="26"/>
                  </a:cubicBezTo>
                  <a:cubicBezTo>
                    <a:pt x="1198" y="0"/>
                    <a:pt x="1119" y="22"/>
                    <a:pt x="1074" y="76"/>
                  </a:cubicBezTo>
                  <a:cubicBezTo>
                    <a:pt x="949" y="224"/>
                    <a:pt x="949" y="224"/>
                    <a:pt x="949" y="224"/>
                  </a:cubicBezTo>
                  <a:cubicBezTo>
                    <a:pt x="756" y="452"/>
                    <a:pt x="756" y="452"/>
                    <a:pt x="756" y="452"/>
                  </a:cubicBezTo>
                  <a:cubicBezTo>
                    <a:pt x="45" y="1297"/>
                    <a:pt x="45" y="1297"/>
                    <a:pt x="45" y="1297"/>
                  </a:cubicBezTo>
                  <a:cubicBezTo>
                    <a:pt x="0" y="1350"/>
                    <a:pt x="5" y="1414"/>
                    <a:pt x="58" y="1440"/>
                  </a:cubicBezTo>
                  <a:cubicBezTo>
                    <a:pt x="536" y="1677"/>
                    <a:pt x="536" y="1677"/>
                    <a:pt x="536" y="1677"/>
                  </a:cubicBezTo>
                  <a:cubicBezTo>
                    <a:pt x="588" y="1703"/>
                    <a:pt x="667" y="1681"/>
                    <a:pt x="712" y="1628"/>
                  </a:cubicBezTo>
                  <a:cubicBezTo>
                    <a:pt x="1741" y="407"/>
                    <a:pt x="1741" y="407"/>
                    <a:pt x="1741" y="407"/>
                  </a:cubicBezTo>
                  <a:cubicBezTo>
                    <a:pt x="1786" y="353"/>
                    <a:pt x="1780" y="289"/>
                    <a:pt x="1728" y="263"/>
                  </a:cubicBezTo>
                  <a:close/>
                  <a:moveTo>
                    <a:pt x="1736" y="405"/>
                  </a:moveTo>
                  <a:cubicBezTo>
                    <a:pt x="707" y="1625"/>
                    <a:pt x="707" y="1625"/>
                    <a:pt x="707" y="1625"/>
                  </a:cubicBezTo>
                  <a:cubicBezTo>
                    <a:pt x="664" y="1676"/>
                    <a:pt x="589" y="1698"/>
                    <a:pt x="539" y="1673"/>
                  </a:cubicBezTo>
                  <a:cubicBezTo>
                    <a:pt x="62" y="1436"/>
                    <a:pt x="62" y="1436"/>
                    <a:pt x="62" y="1436"/>
                  </a:cubicBezTo>
                  <a:cubicBezTo>
                    <a:pt x="12" y="1411"/>
                    <a:pt x="6" y="1350"/>
                    <a:pt x="49" y="1299"/>
                  </a:cubicBezTo>
                  <a:cubicBezTo>
                    <a:pt x="1078" y="78"/>
                    <a:pt x="1078" y="78"/>
                    <a:pt x="1078" y="78"/>
                  </a:cubicBezTo>
                  <a:cubicBezTo>
                    <a:pt x="1121" y="27"/>
                    <a:pt x="1196" y="6"/>
                    <a:pt x="1246" y="30"/>
                  </a:cubicBezTo>
                  <a:cubicBezTo>
                    <a:pt x="1724" y="268"/>
                    <a:pt x="1724" y="268"/>
                    <a:pt x="1724" y="268"/>
                  </a:cubicBezTo>
                  <a:cubicBezTo>
                    <a:pt x="1773" y="292"/>
                    <a:pt x="1779" y="354"/>
                    <a:pt x="1736" y="40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7" name="Google Shape;587;p31"/>
            <p:cNvSpPr/>
            <p:nvPr/>
          </p:nvSpPr>
          <p:spPr>
            <a:xfrm rot="1352045" flipH="1">
              <a:off x="-1885829" y="1773194"/>
              <a:ext cx="1251764" cy="1489300"/>
            </a:xfrm>
            <a:custGeom>
              <a:avLst/>
              <a:gdLst/>
              <a:ahLst/>
              <a:cxnLst/>
              <a:rect l="l" t="t" r="r" b="b"/>
              <a:pathLst>
                <a:path w="975" h="1160" extrusionOk="0">
                  <a:moveTo>
                    <a:pt x="975" y="8"/>
                  </a:moveTo>
                  <a:lnTo>
                    <a:pt x="971" y="0"/>
                  </a:lnTo>
                  <a:lnTo>
                    <a:pt x="0" y="1153"/>
                  </a:lnTo>
                  <a:lnTo>
                    <a:pt x="4" y="1160"/>
                  </a:lnTo>
                  <a:lnTo>
                    <a:pt x="975" y="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8" name="Google Shape;588;p31"/>
            <p:cNvSpPr/>
            <p:nvPr/>
          </p:nvSpPr>
          <p:spPr>
            <a:xfrm rot="1352047" flipH="1">
              <a:off x="-1639046" y="1601260"/>
              <a:ext cx="26961" cy="24393"/>
            </a:xfrm>
            <a:custGeom>
              <a:avLst/>
              <a:gdLst/>
              <a:ahLst/>
              <a:cxnLst/>
              <a:rect l="l" t="t" r="r" b="b"/>
              <a:pathLst>
                <a:path w="21" h="19" extrusionOk="0">
                  <a:moveTo>
                    <a:pt x="7" y="19"/>
                  </a:moveTo>
                  <a:lnTo>
                    <a:pt x="21" y="3"/>
                  </a:lnTo>
                  <a:lnTo>
                    <a:pt x="14" y="0"/>
                  </a:lnTo>
                  <a:lnTo>
                    <a:pt x="0" y="16"/>
                  </a:lnTo>
                  <a:lnTo>
                    <a:pt x="7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9" name="Google Shape;589;p31"/>
            <p:cNvSpPr/>
            <p:nvPr/>
          </p:nvSpPr>
          <p:spPr>
            <a:xfrm rot="1352050" flipH="1">
              <a:off x="-2797886" y="1709302"/>
              <a:ext cx="1489275" cy="1719118"/>
            </a:xfrm>
            <a:custGeom>
              <a:avLst/>
              <a:gdLst/>
              <a:ahLst/>
              <a:cxnLst/>
              <a:rect l="l" t="t" r="r" b="b"/>
              <a:pathLst>
                <a:path w="1229" h="1418" extrusionOk="0">
                  <a:moveTo>
                    <a:pt x="1181" y="4"/>
                  </a:moveTo>
                  <a:cubicBezTo>
                    <a:pt x="1224" y="25"/>
                    <a:pt x="1229" y="79"/>
                    <a:pt x="1192" y="124"/>
                  </a:cubicBezTo>
                  <a:cubicBezTo>
                    <a:pt x="154" y="1355"/>
                    <a:pt x="154" y="1355"/>
                    <a:pt x="154" y="1355"/>
                  </a:cubicBezTo>
                  <a:cubicBezTo>
                    <a:pt x="116" y="1400"/>
                    <a:pt x="50" y="1418"/>
                    <a:pt x="7" y="1397"/>
                  </a:cubicBezTo>
                  <a:cubicBezTo>
                    <a:pt x="0" y="1394"/>
                    <a:pt x="0" y="1394"/>
                    <a:pt x="0" y="1394"/>
                  </a:cubicBezTo>
                  <a:cubicBezTo>
                    <a:pt x="10" y="1383"/>
                    <a:pt x="10" y="1383"/>
                    <a:pt x="10" y="1383"/>
                  </a:cubicBezTo>
                  <a:cubicBezTo>
                    <a:pt x="49" y="1403"/>
                    <a:pt x="110" y="1385"/>
                    <a:pt x="144" y="1345"/>
                  </a:cubicBezTo>
                  <a:cubicBezTo>
                    <a:pt x="187" y="1293"/>
                    <a:pt x="187" y="1293"/>
                    <a:pt x="187" y="1293"/>
                  </a:cubicBezTo>
                  <a:cubicBezTo>
                    <a:pt x="1178" y="118"/>
                    <a:pt x="1178" y="118"/>
                    <a:pt x="1178" y="118"/>
                  </a:cubicBezTo>
                  <a:cubicBezTo>
                    <a:pt x="1212" y="78"/>
                    <a:pt x="1208" y="28"/>
                    <a:pt x="1168" y="8"/>
                  </a:cubicBezTo>
                  <a:cubicBezTo>
                    <a:pt x="1175" y="0"/>
                    <a:pt x="1175" y="0"/>
                    <a:pt x="1175" y="0"/>
                  </a:cubicBezTo>
                  <a:lnTo>
                    <a:pt x="118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0" name="Google Shape;590;p31"/>
            <p:cNvSpPr/>
            <p:nvPr/>
          </p:nvSpPr>
          <p:spPr>
            <a:xfrm rot="1352048" flipH="1">
              <a:off x="-2773182" y="1519596"/>
              <a:ext cx="2147896" cy="2050355"/>
            </a:xfrm>
            <a:custGeom>
              <a:avLst/>
              <a:gdLst/>
              <a:ahLst/>
              <a:cxnLst/>
              <a:rect l="l" t="t" r="r" b="b"/>
              <a:pathLst>
                <a:path w="1773" h="1692" extrusionOk="0">
                  <a:moveTo>
                    <a:pt x="1718" y="262"/>
                  </a:moveTo>
                  <a:cubicBezTo>
                    <a:pt x="1240" y="24"/>
                    <a:pt x="1240" y="24"/>
                    <a:pt x="1240" y="24"/>
                  </a:cubicBezTo>
                  <a:cubicBezTo>
                    <a:pt x="1190" y="0"/>
                    <a:pt x="1115" y="21"/>
                    <a:pt x="1072" y="72"/>
                  </a:cubicBezTo>
                  <a:cubicBezTo>
                    <a:pt x="1077" y="80"/>
                    <a:pt x="1077" y="80"/>
                    <a:pt x="1077" y="80"/>
                  </a:cubicBezTo>
                  <a:cubicBezTo>
                    <a:pt x="1084" y="72"/>
                    <a:pt x="1084" y="72"/>
                    <a:pt x="1084" y="72"/>
                  </a:cubicBezTo>
                  <a:cubicBezTo>
                    <a:pt x="1121" y="28"/>
                    <a:pt x="1188" y="9"/>
                    <a:pt x="1231" y="30"/>
                  </a:cubicBezTo>
                  <a:cubicBezTo>
                    <a:pt x="1709" y="267"/>
                    <a:pt x="1709" y="267"/>
                    <a:pt x="1709" y="267"/>
                  </a:cubicBezTo>
                  <a:cubicBezTo>
                    <a:pt x="1715" y="271"/>
                    <a:pt x="1715" y="271"/>
                    <a:pt x="1715" y="271"/>
                  </a:cubicBezTo>
                  <a:cubicBezTo>
                    <a:pt x="1758" y="292"/>
                    <a:pt x="1763" y="346"/>
                    <a:pt x="1726" y="391"/>
                  </a:cubicBezTo>
                  <a:cubicBezTo>
                    <a:pt x="688" y="1622"/>
                    <a:pt x="688" y="1622"/>
                    <a:pt x="688" y="1622"/>
                  </a:cubicBezTo>
                  <a:cubicBezTo>
                    <a:pt x="650" y="1667"/>
                    <a:pt x="584" y="1685"/>
                    <a:pt x="541" y="1664"/>
                  </a:cubicBezTo>
                  <a:cubicBezTo>
                    <a:pt x="534" y="1661"/>
                    <a:pt x="534" y="1661"/>
                    <a:pt x="534" y="1661"/>
                  </a:cubicBezTo>
                  <a:cubicBezTo>
                    <a:pt x="57" y="1424"/>
                    <a:pt x="57" y="1424"/>
                    <a:pt x="57" y="1424"/>
                  </a:cubicBezTo>
                  <a:cubicBezTo>
                    <a:pt x="13" y="1402"/>
                    <a:pt x="8" y="1348"/>
                    <a:pt x="46" y="1304"/>
                  </a:cubicBezTo>
                  <a:cubicBezTo>
                    <a:pt x="48" y="1301"/>
                    <a:pt x="48" y="1301"/>
                    <a:pt x="48" y="1301"/>
                  </a:cubicBezTo>
                  <a:cubicBezTo>
                    <a:pt x="43" y="1293"/>
                    <a:pt x="43" y="1293"/>
                    <a:pt x="43" y="1293"/>
                  </a:cubicBezTo>
                  <a:cubicBezTo>
                    <a:pt x="0" y="1344"/>
                    <a:pt x="6" y="1405"/>
                    <a:pt x="55" y="1430"/>
                  </a:cubicBezTo>
                  <a:cubicBezTo>
                    <a:pt x="533" y="1667"/>
                    <a:pt x="533" y="1667"/>
                    <a:pt x="533" y="1667"/>
                  </a:cubicBezTo>
                  <a:cubicBezTo>
                    <a:pt x="583" y="1692"/>
                    <a:pt x="658" y="1670"/>
                    <a:pt x="701" y="1619"/>
                  </a:cubicBezTo>
                  <a:cubicBezTo>
                    <a:pt x="1730" y="399"/>
                    <a:pt x="1730" y="399"/>
                    <a:pt x="1730" y="399"/>
                  </a:cubicBezTo>
                  <a:cubicBezTo>
                    <a:pt x="1773" y="348"/>
                    <a:pt x="1767" y="286"/>
                    <a:pt x="1718" y="2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1" name="Google Shape;591;p31"/>
            <p:cNvSpPr/>
            <p:nvPr/>
          </p:nvSpPr>
          <p:spPr>
            <a:xfrm rot="1352045" flipH="1">
              <a:off x="-1536664" y="1849330"/>
              <a:ext cx="236230" cy="282453"/>
            </a:xfrm>
            <a:custGeom>
              <a:avLst/>
              <a:gdLst/>
              <a:ahLst/>
              <a:cxnLst/>
              <a:rect l="l" t="t" r="r" b="b"/>
              <a:pathLst>
                <a:path w="184" h="220" extrusionOk="0">
                  <a:moveTo>
                    <a:pt x="184" y="4"/>
                  </a:moveTo>
                  <a:lnTo>
                    <a:pt x="182" y="0"/>
                  </a:lnTo>
                  <a:lnTo>
                    <a:pt x="0" y="215"/>
                  </a:lnTo>
                  <a:lnTo>
                    <a:pt x="3" y="220"/>
                  </a:lnTo>
                  <a:lnTo>
                    <a:pt x="18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2" name="Google Shape;592;p31"/>
            <p:cNvSpPr/>
            <p:nvPr/>
          </p:nvSpPr>
          <p:spPr>
            <a:xfrm rot="1352049" flipH="1">
              <a:off x="-2330847" y="1602764"/>
              <a:ext cx="130954" cy="93723"/>
            </a:xfrm>
            <a:custGeom>
              <a:avLst/>
              <a:gdLst/>
              <a:ahLst/>
              <a:cxnLst/>
              <a:rect l="l" t="t" r="r" b="b"/>
              <a:pathLst>
                <a:path w="108" h="77" extrusionOk="0">
                  <a:moveTo>
                    <a:pt x="101" y="47"/>
                  </a:moveTo>
                  <a:cubicBezTo>
                    <a:pt x="83" y="68"/>
                    <a:pt x="83" y="68"/>
                    <a:pt x="83" y="68"/>
                  </a:cubicBezTo>
                  <a:cubicBezTo>
                    <a:pt x="86" y="69"/>
                    <a:pt x="86" y="69"/>
                    <a:pt x="86" y="69"/>
                  </a:cubicBezTo>
                  <a:cubicBezTo>
                    <a:pt x="81" y="74"/>
                    <a:pt x="73" y="77"/>
                    <a:pt x="67" y="7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" y="41"/>
                    <a:pt x="0" y="34"/>
                    <a:pt x="5" y="2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7" y="3"/>
                    <a:pt x="35" y="0"/>
                    <a:pt x="41" y="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7" y="36"/>
                    <a:pt x="108" y="42"/>
                    <a:pt x="103" y="48"/>
                  </a:cubicBezTo>
                  <a:lnTo>
                    <a:pt x="101" y="47"/>
                  </a:lnTo>
                  <a:close/>
                  <a:moveTo>
                    <a:pt x="81" y="67"/>
                  </a:moveTo>
                  <a:cubicBezTo>
                    <a:pt x="99" y="46"/>
                    <a:pt x="99" y="46"/>
                    <a:pt x="99" y="46"/>
                  </a:cubicBezTo>
                  <a:cubicBezTo>
                    <a:pt x="101" y="43"/>
                    <a:pt x="101" y="39"/>
                    <a:pt x="98" y="3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4" y="6"/>
                    <a:pt x="30" y="7"/>
                    <a:pt x="27" y="1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7" y="34"/>
                    <a:pt x="7" y="38"/>
                    <a:pt x="10" y="39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74" y="71"/>
                    <a:pt x="79" y="70"/>
                    <a:pt x="81" y="6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1"/>
            <p:cNvSpPr/>
            <p:nvPr/>
          </p:nvSpPr>
          <p:spPr>
            <a:xfrm rot="1352048" flipH="1">
              <a:off x="-1048333" y="3574931"/>
              <a:ext cx="21825" cy="35949"/>
            </a:xfrm>
            <a:custGeom>
              <a:avLst/>
              <a:gdLst/>
              <a:ahLst/>
              <a:cxnLst/>
              <a:rect l="l" t="t" r="r" b="b"/>
              <a:pathLst>
                <a:path w="18" h="29" extrusionOk="0">
                  <a:moveTo>
                    <a:pt x="17" y="28"/>
                  </a:moveTo>
                  <a:cubicBezTo>
                    <a:pt x="16" y="28"/>
                    <a:pt x="16" y="28"/>
                    <a:pt x="16" y="28"/>
                  </a:cubicBezTo>
                  <a:cubicBezTo>
                    <a:pt x="16" y="27"/>
                    <a:pt x="15" y="26"/>
                    <a:pt x="15" y="25"/>
                  </a:cubicBezTo>
                  <a:cubicBezTo>
                    <a:pt x="14" y="24"/>
                    <a:pt x="14" y="23"/>
                    <a:pt x="13" y="22"/>
                  </a:cubicBezTo>
                  <a:cubicBezTo>
                    <a:pt x="9" y="15"/>
                    <a:pt x="5" y="7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10"/>
                    <a:pt x="12" y="19"/>
                    <a:pt x="18" y="29"/>
                  </a:cubicBezTo>
                  <a:lnTo>
                    <a:pt x="17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4" name="Google Shape;594;p31"/>
            <p:cNvSpPr/>
            <p:nvPr/>
          </p:nvSpPr>
          <p:spPr>
            <a:xfrm rot="1352045" flipH="1">
              <a:off x="-2793763" y="1830198"/>
              <a:ext cx="1267170" cy="1513694"/>
            </a:xfrm>
            <a:custGeom>
              <a:avLst/>
              <a:gdLst/>
              <a:ahLst/>
              <a:cxnLst/>
              <a:rect l="l" t="t" r="r" b="b"/>
              <a:pathLst>
                <a:path w="987" h="1179" extrusionOk="0">
                  <a:moveTo>
                    <a:pt x="971" y="0"/>
                  </a:moveTo>
                  <a:lnTo>
                    <a:pt x="987" y="26"/>
                  </a:lnTo>
                  <a:lnTo>
                    <a:pt x="16" y="1179"/>
                  </a:lnTo>
                  <a:lnTo>
                    <a:pt x="0" y="1151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1"/>
            <p:cNvSpPr/>
            <p:nvPr/>
          </p:nvSpPr>
          <p:spPr>
            <a:xfrm rot="1352048" flipH="1">
              <a:off x="-2865665" y="1846038"/>
              <a:ext cx="2145334" cy="1742221"/>
            </a:xfrm>
            <a:custGeom>
              <a:avLst/>
              <a:gdLst/>
              <a:ahLst/>
              <a:cxnLst/>
              <a:rect l="l" t="t" r="r" b="b"/>
              <a:pathLst>
                <a:path w="1771" h="1438" extrusionOk="0">
                  <a:moveTo>
                    <a:pt x="1733" y="141"/>
                  </a:moveTo>
                  <a:cubicBezTo>
                    <a:pt x="704" y="1362"/>
                    <a:pt x="704" y="1362"/>
                    <a:pt x="704" y="1362"/>
                  </a:cubicBezTo>
                  <a:cubicBezTo>
                    <a:pt x="659" y="1416"/>
                    <a:pt x="580" y="1438"/>
                    <a:pt x="528" y="1412"/>
                  </a:cubicBezTo>
                  <a:cubicBezTo>
                    <a:pt x="50" y="1175"/>
                    <a:pt x="50" y="1175"/>
                    <a:pt x="50" y="1175"/>
                  </a:cubicBezTo>
                  <a:cubicBezTo>
                    <a:pt x="35" y="1167"/>
                    <a:pt x="24" y="1157"/>
                    <a:pt x="17" y="1144"/>
                  </a:cubicBezTo>
                  <a:cubicBezTo>
                    <a:pt x="0" y="1116"/>
                    <a:pt x="0" y="1116"/>
                    <a:pt x="0" y="1116"/>
                  </a:cubicBezTo>
                  <a:cubicBezTo>
                    <a:pt x="8" y="1128"/>
                    <a:pt x="19" y="1139"/>
                    <a:pt x="34" y="1146"/>
                  </a:cubicBezTo>
                  <a:cubicBezTo>
                    <a:pt x="512" y="1383"/>
                    <a:pt x="512" y="1383"/>
                    <a:pt x="512" y="1383"/>
                  </a:cubicBezTo>
                  <a:cubicBezTo>
                    <a:pt x="564" y="1409"/>
                    <a:pt x="643" y="1387"/>
                    <a:pt x="688" y="1334"/>
                  </a:cubicBezTo>
                  <a:cubicBezTo>
                    <a:pt x="1717" y="113"/>
                    <a:pt x="1717" y="113"/>
                    <a:pt x="1717" y="113"/>
                  </a:cubicBezTo>
                  <a:cubicBezTo>
                    <a:pt x="1749" y="75"/>
                    <a:pt x="1755" y="31"/>
                    <a:pt x="1737" y="0"/>
                  </a:cubicBezTo>
                  <a:cubicBezTo>
                    <a:pt x="1753" y="28"/>
                    <a:pt x="1753" y="28"/>
                    <a:pt x="1753" y="28"/>
                  </a:cubicBezTo>
                  <a:cubicBezTo>
                    <a:pt x="1771" y="59"/>
                    <a:pt x="1765" y="103"/>
                    <a:pt x="1733" y="1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6" name="Google Shape;596;p31"/>
            <p:cNvSpPr/>
            <p:nvPr/>
          </p:nvSpPr>
          <p:spPr>
            <a:xfrm rot="1352050" flipH="1">
              <a:off x="-2379554" y="1973610"/>
              <a:ext cx="26961" cy="55206"/>
            </a:xfrm>
            <a:custGeom>
              <a:avLst/>
              <a:gdLst/>
              <a:ahLst/>
              <a:cxnLst/>
              <a:rect l="l" t="t" r="r" b="b"/>
              <a:pathLst>
                <a:path w="22" h="45" extrusionOk="0">
                  <a:moveTo>
                    <a:pt x="3" y="0"/>
                  </a:moveTo>
                  <a:cubicBezTo>
                    <a:pt x="19" y="28"/>
                    <a:pt x="19" y="28"/>
                    <a:pt x="19" y="28"/>
                  </a:cubicBezTo>
                  <a:cubicBezTo>
                    <a:pt x="22" y="33"/>
                    <a:pt x="21" y="40"/>
                    <a:pt x="16" y="4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5" y="11"/>
                    <a:pt x="5" y="4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7" name="Google Shape;597;p31"/>
            <p:cNvSpPr/>
            <p:nvPr/>
          </p:nvSpPr>
          <p:spPr>
            <a:xfrm rot="1352045" flipH="1">
              <a:off x="-2391227" y="2004109"/>
              <a:ext cx="74464" cy="100143"/>
            </a:xfrm>
            <a:custGeom>
              <a:avLst/>
              <a:gdLst/>
              <a:ahLst/>
              <a:cxnLst/>
              <a:rect l="l" t="t" r="r" b="b"/>
              <a:pathLst>
                <a:path w="58" h="78" extrusionOk="0">
                  <a:moveTo>
                    <a:pt x="43" y="0"/>
                  </a:moveTo>
                  <a:lnTo>
                    <a:pt x="58" y="26"/>
                  </a:lnTo>
                  <a:lnTo>
                    <a:pt x="15" y="78"/>
                  </a:lnTo>
                  <a:lnTo>
                    <a:pt x="0" y="5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1"/>
            <p:cNvSpPr/>
            <p:nvPr/>
          </p:nvSpPr>
          <p:spPr>
            <a:xfrm rot="1352051" flipH="1">
              <a:off x="-2354115" y="2082090"/>
              <a:ext cx="51354" cy="48787"/>
            </a:xfrm>
            <a:custGeom>
              <a:avLst/>
              <a:gdLst/>
              <a:ahLst/>
              <a:cxnLst/>
              <a:rect l="l" t="t" r="r" b="b"/>
              <a:pathLst>
                <a:path w="42" h="40" extrusionOk="0">
                  <a:moveTo>
                    <a:pt x="26" y="0"/>
                  </a:moveTo>
                  <a:cubicBezTo>
                    <a:pt x="42" y="29"/>
                    <a:pt x="42" y="29"/>
                    <a:pt x="42" y="29"/>
                  </a:cubicBezTo>
                  <a:cubicBezTo>
                    <a:pt x="36" y="37"/>
                    <a:pt x="24" y="40"/>
                    <a:pt x="16" y="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11"/>
                    <a:pt x="19" y="8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9" name="Google Shape;599;p31"/>
            <p:cNvSpPr/>
            <p:nvPr/>
          </p:nvSpPr>
          <p:spPr>
            <a:xfrm rot="1352049" flipH="1">
              <a:off x="-2371991" y="1987374"/>
              <a:ext cx="95006" cy="105278"/>
            </a:xfrm>
            <a:custGeom>
              <a:avLst/>
              <a:gdLst/>
              <a:ahLst/>
              <a:cxnLst/>
              <a:rect l="l" t="t" r="r" b="b"/>
              <a:pathLst>
                <a:path w="78" h="87" extrusionOk="0">
                  <a:moveTo>
                    <a:pt x="70" y="0"/>
                  </a:moveTo>
                  <a:cubicBezTo>
                    <a:pt x="78" y="4"/>
                    <a:pt x="78" y="14"/>
                    <a:pt x="72" y="22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19" y="84"/>
                    <a:pt x="7" y="87"/>
                    <a:pt x="0" y="84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0" name="Google Shape;600;p31"/>
            <p:cNvSpPr/>
            <p:nvPr/>
          </p:nvSpPr>
          <p:spPr>
            <a:xfrm rot="1352051" flipH="1">
              <a:off x="-1341868" y="2923871"/>
              <a:ext cx="128386" cy="114265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83" y="9"/>
                  </a:moveTo>
                  <a:cubicBezTo>
                    <a:pt x="103" y="19"/>
                    <a:pt x="106" y="44"/>
                    <a:pt x="89" y="65"/>
                  </a:cubicBezTo>
                  <a:cubicBezTo>
                    <a:pt x="72" y="85"/>
                    <a:pt x="42" y="94"/>
                    <a:pt x="22" y="85"/>
                  </a:cubicBezTo>
                  <a:cubicBezTo>
                    <a:pt x="2" y="75"/>
                    <a:pt x="0" y="50"/>
                    <a:pt x="17" y="29"/>
                  </a:cubicBezTo>
                  <a:cubicBezTo>
                    <a:pt x="33" y="9"/>
                    <a:pt x="63" y="0"/>
                    <a:pt x="83" y="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31"/>
            <p:cNvSpPr/>
            <p:nvPr/>
          </p:nvSpPr>
          <p:spPr>
            <a:xfrm rot="1352051" flipH="1">
              <a:off x="-1611257" y="2939979"/>
              <a:ext cx="128386" cy="114265"/>
            </a:xfrm>
            <a:custGeom>
              <a:avLst/>
              <a:gdLst/>
              <a:ahLst/>
              <a:cxnLst/>
              <a:rect l="l" t="t" r="r" b="b"/>
              <a:pathLst>
                <a:path w="106" h="95" extrusionOk="0">
                  <a:moveTo>
                    <a:pt x="83" y="10"/>
                  </a:moveTo>
                  <a:cubicBezTo>
                    <a:pt x="103" y="20"/>
                    <a:pt x="106" y="45"/>
                    <a:pt x="89" y="65"/>
                  </a:cubicBezTo>
                  <a:cubicBezTo>
                    <a:pt x="72" y="86"/>
                    <a:pt x="42" y="95"/>
                    <a:pt x="22" y="85"/>
                  </a:cubicBezTo>
                  <a:cubicBezTo>
                    <a:pt x="2" y="75"/>
                    <a:pt x="0" y="51"/>
                    <a:pt x="17" y="30"/>
                  </a:cubicBezTo>
                  <a:cubicBezTo>
                    <a:pt x="33" y="9"/>
                    <a:pt x="63" y="0"/>
                    <a:pt x="83" y="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1"/>
            <p:cNvSpPr/>
            <p:nvPr/>
          </p:nvSpPr>
          <p:spPr>
            <a:xfrm rot="1352051" flipH="1">
              <a:off x="-1478588" y="2931138"/>
              <a:ext cx="128386" cy="115549"/>
            </a:xfrm>
            <a:custGeom>
              <a:avLst/>
              <a:gdLst/>
              <a:ahLst/>
              <a:cxnLst/>
              <a:rect l="l" t="t" r="r" b="b"/>
              <a:pathLst>
                <a:path w="106" h="95" extrusionOk="0">
                  <a:moveTo>
                    <a:pt x="83" y="10"/>
                  </a:moveTo>
                  <a:cubicBezTo>
                    <a:pt x="103" y="20"/>
                    <a:pt x="106" y="45"/>
                    <a:pt x="89" y="65"/>
                  </a:cubicBezTo>
                  <a:cubicBezTo>
                    <a:pt x="72" y="86"/>
                    <a:pt x="42" y="95"/>
                    <a:pt x="22" y="85"/>
                  </a:cubicBezTo>
                  <a:cubicBezTo>
                    <a:pt x="2" y="76"/>
                    <a:pt x="0" y="51"/>
                    <a:pt x="16" y="30"/>
                  </a:cubicBezTo>
                  <a:cubicBezTo>
                    <a:pt x="33" y="9"/>
                    <a:pt x="63" y="0"/>
                    <a:pt x="83" y="1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1"/>
            <p:cNvSpPr/>
            <p:nvPr/>
          </p:nvSpPr>
          <p:spPr>
            <a:xfrm rot="1352051" flipH="1">
              <a:off x="-1748469" y="2948432"/>
              <a:ext cx="128386" cy="115549"/>
            </a:xfrm>
            <a:custGeom>
              <a:avLst/>
              <a:gdLst/>
              <a:ahLst/>
              <a:cxnLst/>
              <a:rect l="l" t="t" r="r" b="b"/>
              <a:pathLst>
                <a:path w="106" h="95" extrusionOk="0">
                  <a:moveTo>
                    <a:pt x="83" y="10"/>
                  </a:moveTo>
                  <a:cubicBezTo>
                    <a:pt x="103" y="19"/>
                    <a:pt x="106" y="44"/>
                    <a:pt x="89" y="65"/>
                  </a:cubicBezTo>
                  <a:cubicBezTo>
                    <a:pt x="72" y="86"/>
                    <a:pt x="42" y="95"/>
                    <a:pt x="22" y="85"/>
                  </a:cubicBezTo>
                  <a:cubicBezTo>
                    <a:pt x="2" y="75"/>
                    <a:pt x="0" y="50"/>
                    <a:pt x="16" y="29"/>
                  </a:cubicBezTo>
                  <a:cubicBezTo>
                    <a:pt x="33" y="9"/>
                    <a:pt x="63" y="0"/>
                    <a:pt x="83" y="1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1"/>
            <p:cNvSpPr/>
            <p:nvPr/>
          </p:nvSpPr>
          <p:spPr>
            <a:xfrm rot="1352051" flipH="1">
              <a:off x="-1912394" y="2959541"/>
              <a:ext cx="128386" cy="112981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84" y="9"/>
                  </a:moveTo>
                  <a:cubicBezTo>
                    <a:pt x="104" y="19"/>
                    <a:pt x="106" y="44"/>
                    <a:pt x="90" y="65"/>
                  </a:cubicBezTo>
                  <a:cubicBezTo>
                    <a:pt x="73" y="85"/>
                    <a:pt x="43" y="94"/>
                    <a:pt x="23" y="85"/>
                  </a:cubicBezTo>
                  <a:cubicBezTo>
                    <a:pt x="3" y="75"/>
                    <a:pt x="0" y="50"/>
                    <a:pt x="17" y="29"/>
                  </a:cubicBezTo>
                  <a:cubicBezTo>
                    <a:pt x="34" y="9"/>
                    <a:pt x="64" y="0"/>
                    <a:pt x="84" y="9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1"/>
            <p:cNvSpPr/>
            <p:nvPr/>
          </p:nvSpPr>
          <p:spPr>
            <a:xfrm rot="1352045" flipH="1">
              <a:off x="-1810911" y="3010081"/>
              <a:ext cx="617534" cy="350499"/>
            </a:xfrm>
            <a:custGeom>
              <a:avLst/>
              <a:gdLst/>
              <a:ahLst/>
              <a:cxnLst/>
              <a:rect l="l" t="t" r="r" b="b"/>
              <a:pathLst>
                <a:path w="509" h="289" extrusionOk="0">
                  <a:moveTo>
                    <a:pt x="488" y="210"/>
                  </a:moveTo>
                  <a:cubicBezTo>
                    <a:pt x="507" y="219"/>
                    <a:pt x="509" y="242"/>
                    <a:pt x="494" y="261"/>
                  </a:cubicBezTo>
                  <a:cubicBezTo>
                    <a:pt x="478" y="280"/>
                    <a:pt x="450" y="289"/>
                    <a:pt x="432" y="280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" y="70"/>
                    <a:pt x="0" y="47"/>
                    <a:pt x="15" y="28"/>
                  </a:cubicBezTo>
                  <a:cubicBezTo>
                    <a:pt x="31" y="9"/>
                    <a:pt x="59" y="0"/>
                    <a:pt x="78" y="9"/>
                  </a:cubicBezTo>
                  <a:lnTo>
                    <a:pt x="488" y="21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6" name="Google Shape;606;p31"/>
            <p:cNvSpPr/>
            <p:nvPr/>
          </p:nvSpPr>
          <p:spPr>
            <a:xfrm rot="1352045" flipH="1">
              <a:off x="-1967533" y="1747107"/>
              <a:ext cx="580305" cy="508416"/>
            </a:xfrm>
            <a:custGeom>
              <a:avLst/>
              <a:gdLst/>
              <a:ahLst/>
              <a:cxnLst/>
              <a:rect l="l" t="t" r="r" b="b"/>
              <a:pathLst>
                <a:path w="452" h="396" extrusionOk="0">
                  <a:moveTo>
                    <a:pt x="452" y="106"/>
                  </a:moveTo>
                  <a:lnTo>
                    <a:pt x="218" y="396"/>
                  </a:lnTo>
                  <a:lnTo>
                    <a:pt x="0" y="289"/>
                  </a:lnTo>
                  <a:lnTo>
                    <a:pt x="234" y="0"/>
                  </a:lnTo>
                  <a:lnTo>
                    <a:pt x="452" y="106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7" name="Google Shape;607;p31"/>
            <p:cNvSpPr/>
            <p:nvPr/>
          </p:nvSpPr>
          <p:spPr>
            <a:xfrm rot="1352045" flipH="1">
              <a:off x="-2324959" y="1768334"/>
              <a:ext cx="580305" cy="507131"/>
            </a:xfrm>
            <a:custGeom>
              <a:avLst/>
              <a:gdLst/>
              <a:ahLst/>
              <a:cxnLst/>
              <a:rect l="l" t="t" r="r" b="b"/>
              <a:pathLst>
                <a:path w="452" h="395" extrusionOk="0">
                  <a:moveTo>
                    <a:pt x="452" y="107"/>
                  </a:moveTo>
                  <a:lnTo>
                    <a:pt x="218" y="395"/>
                  </a:lnTo>
                  <a:lnTo>
                    <a:pt x="0" y="290"/>
                  </a:lnTo>
                  <a:lnTo>
                    <a:pt x="234" y="0"/>
                  </a:lnTo>
                  <a:lnTo>
                    <a:pt x="452" y="10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8" name="Google Shape;608;p31"/>
            <p:cNvSpPr/>
            <p:nvPr/>
          </p:nvSpPr>
          <p:spPr>
            <a:xfrm rot="1352045" flipH="1">
              <a:off x="-2165360" y="2301595"/>
              <a:ext cx="580305" cy="507131"/>
            </a:xfrm>
            <a:custGeom>
              <a:avLst/>
              <a:gdLst/>
              <a:ahLst/>
              <a:cxnLst/>
              <a:rect l="l" t="t" r="r" b="b"/>
              <a:pathLst>
                <a:path w="452" h="395" extrusionOk="0">
                  <a:moveTo>
                    <a:pt x="452" y="106"/>
                  </a:moveTo>
                  <a:lnTo>
                    <a:pt x="218" y="395"/>
                  </a:lnTo>
                  <a:lnTo>
                    <a:pt x="0" y="289"/>
                  </a:lnTo>
                  <a:lnTo>
                    <a:pt x="234" y="0"/>
                  </a:lnTo>
                  <a:lnTo>
                    <a:pt x="452" y="10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9" name="Google Shape;609;p31"/>
            <p:cNvSpPr/>
            <p:nvPr/>
          </p:nvSpPr>
          <p:spPr>
            <a:xfrm rot="1352045" flipH="1">
              <a:off x="-1808676" y="2278936"/>
              <a:ext cx="581589" cy="508416"/>
            </a:xfrm>
            <a:custGeom>
              <a:avLst/>
              <a:gdLst/>
              <a:ahLst/>
              <a:cxnLst/>
              <a:rect l="l" t="t" r="r" b="b"/>
              <a:pathLst>
                <a:path w="453" h="396" extrusionOk="0">
                  <a:moveTo>
                    <a:pt x="453" y="107"/>
                  </a:moveTo>
                  <a:lnTo>
                    <a:pt x="218" y="396"/>
                  </a:lnTo>
                  <a:lnTo>
                    <a:pt x="0" y="290"/>
                  </a:lnTo>
                  <a:lnTo>
                    <a:pt x="234" y="0"/>
                  </a:lnTo>
                  <a:lnTo>
                    <a:pt x="453" y="10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31"/>
            <p:cNvSpPr/>
            <p:nvPr/>
          </p:nvSpPr>
          <p:spPr>
            <a:xfrm rot="1352046" flipH="1">
              <a:off x="-1669486" y="1926832"/>
              <a:ext cx="73180" cy="71897"/>
            </a:xfrm>
            <a:custGeom>
              <a:avLst/>
              <a:gdLst/>
              <a:ahLst/>
              <a:cxnLst/>
              <a:rect l="l" t="t" r="r" b="b"/>
              <a:pathLst>
                <a:path w="57" h="56" extrusionOk="0">
                  <a:moveTo>
                    <a:pt x="31" y="35"/>
                  </a:moveTo>
                  <a:lnTo>
                    <a:pt x="16" y="56"/>
                  </a:lnTo>
                  <a:lnTo>
                    <a:pt x="21" y="31"/>
                  </a:lnTo>
                  <a:lnTo>
                    <a:pt x="0" y="16"/>
                  </a:lnTo>
                  <a:lnTo>
                    <a:pt x="26" y="21"/>
                  </a:lnTo>
                  <a:lnTo>
                    <a:pt x="41" y="0"/>
                  </a:lnTo>
                  <a:lnTo>
                    <a:pt x="35" y="25"/>
                  </a:lnTo>
                  <a:lnTo>
                    <a:pt x="57" y="40"/>
                  </a:lnTo>
                  <a:lnTo>
                    <a:pt x="31" y="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1" name="Google Shape;611;p31"/>
            <p:cNvSpPr/>
            <p:nvPr/>
          </p:nvSpPr>
          <p:spPr>
            <a:xfrm rot="1352048" flipH="1">
              <a:off x="-1563674" y="1913474"/>
              <a:ext cx="28245" cy="21826"/>
            </a:xfrm>
            <a:custGeom>
              <a:avLst/>
              <a:gdLst/>
              <a:ahLst/>
              <a:cxnLst/>
              <a:rect l="l" t="t" r="r" b="b"/>
              <a:pathLst>
                <a:path w="23" h="17" extrusionOk="0">
                  <a:moveTo>
                    <a:pt x="11" y="0"/>
                  </a:moveTo>
                  <a:cubicBezTo>
                    <a:pt x="0" y="0"/>
                    <a:pt x="0" y="17"/>
                    <a:pt x="11" y="17"/>
                  </a:cubicBezTo>
                  <a:cubicBezTo>
                    <a:pt x="23" y="17"/>
                    <a:pt x="23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2" name="Google Shape;612;p31"/>
            <p:cNvSpPr/>
            <p:nvPr/>
          </p:nvSpPr>
          <p:spPr>
            <a:xfrm rot="1352050" flipH="1">
              <a:off x="-1650506" y="1864670"/>
              <a:ext cx="26961" cy="21825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11" y="0"/>
                  </a:moveTo>
                  <a:cubicBezTo>
                    <a:pt x="0" y="0"/>
                    <a:pt x="0" y="18"/>
                    <a:pt x="11" y="18"/>
                  </a:cubicBezTo>
                  <a:cubicBezTo>
                    <a:pt x="22" y="18"/>
                    <a:pt x="22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3" name="Google Shape;613;p31"/>
            <p:cNvSpPr/>
            <p:nvPr/>
          </p:nvSpPr>
          <p:spPr>
            <a:xfrm rot="1352045" flipH="1">
              <a:off x="-1848704" y="2351484"/>
              <a:ext cx="123251" cy="123252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33" y="50"/>
                  </a:moveTo>
                  <a:lnTo>
                    <a:pt x="0" y="10"/>
                  </a:lnTo>
                  <a:lnTo>
                    <a:pt x="46" y="33"/>
                  </a:lnTo>
                  <a:lnTo>
                    <a:pt x="86" y="0"/>
                  </a:lnTo>
                  <a:lnTo>
                    <a:pt x="62" y="46"/>
                  </a:lnTo>
                  <a:lnTo>
                    <a:pt x="96" y="86"/>
                  </a:lnTo>
                  <a:lnTo>
                    <a:pt x="49" y="62"/>
                  </a:lnTo>
                  <a:lnTo>
                    <a:pt x="9" y="96"/>
                  </a:lnTo>
                  <a:lnTo>
                    <a:pt x="33" y="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31"/>
            <p:cNvSpPr/>
            <p:nvPr/>
          </p:nvSpPr>
          <p:spPr>
            <a:xfrm rot="1352045" flipH="1">
              <a:off x="-1949180" y="2411414"/>
              <a:ext cx="84735" cy="8473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28" y="39"/>
                  </a:moveTo>
                  <a:lnTo>
                    <a:pt x="0" y="36"/>
                  </a:lnTo>
                  <a:lnTo>
                    <a:pt x="27" y="27"/>
                  </a:lnTo>
                  <a:lnTo>
                    <a:pt x="30" y="0"/>
                  </a:lnTo>
                  <a:lnTo>
                    <a:pt x="38" y="26"/>
                  </a:lnTo>
                  <a:lnTo>
                    <a:pt x="66" y="30"/>
                  </a:lnTo>
                  <a:lnTo>
                    <a:pt x="39" y="38"/>
                  </a:lnTo>
                  <a:lnTo>
                    <a:pt x="35" y="66"/>
                  </a:lnTo>
                  <a:lnTo>
                    <a:pt x="28" y="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5" name="Google Shape;615;p31"/>
            <p:cNvSpPr/>
            <p:nvPr/>
          </p:nvSpPr>
          <p:spPr>
            <a:xfrm rot="1352048" flipH="1">
              <a:off x="-1830742" y="2493496"/>
              <a:ext cx="28245" cy="21825"/>
            </a:xfrm>
            <a:custGeom>
              <a:avLst/>
              <a:gdLst/>
              <a:ahLst/>
              <a:cxnLst/>
              <a:rect l="l" t="t" r="r" b="b"/>
              <a:pathLst>
                <a:path w="23" h="18" extrusionOk="0">
                  <a:moveTo>
                    <a:pt x="11" y="18"/>
                  </a:moveTo>
                  <a:cubicBezTo>
                    <a:pt x="23" y="18"/>
                    <a:pt x="23" y="1"/>
                    <a:pt x="12" y="0"/>
                  </a:cubicBezTo>
                  <a:cubicBezTo>
                    <a:pt x="1" y="0"/>
                    <a:pt x="0" y="17"/>
                    <a:pt x="11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6" name="Google Shape;616;p31"/>
            <p:cNvSpPr/>
            <p:nvPr/>
          </p:nvSpPr>
          <p:spPr>
            <a:xfrm rot="1352046" flipH="1">
              <a:off x="-2091768" y="2066621"/>
              <a:ext cx="70612" cy="71897"/>
            </a:xfrm>
            <a:custGeom>
              <a:avLst/>
              <a:gdLst/>
              <a:ahLst/>
              <a:cxnLst/>
              <a:rect l="l" t="t" r="r" b="b"/>
              <a:pathLst>
                <a:path w="55" h="56" extrusionOk="0">
                  <a:moveTo>
                    <a:pt x="25" y="21"/>
                  </a:moveTo>
                  <a:lnTo>
                    <a:pt x="40" y="0"/>
                  </a:lnTo>
                  <a:lnTo>
                    <a:pt x="34" y="26"/>
                  </a:lnTo>
                  <a:lnTo>
                    <a:pt x="55" y="41"/>
                  </a:lnTo>
                  <a:lnTo>
                    <a:pt x="30" y="35"/>
                  </a:lnTo>
                  <a:lnTo>
                    <a:pt x="14" y="56"/>
                  </a:lnTo>
                  <a:lnTo>
                    <a:pt x="20" y="30"/>
                  </a:lnTo>
                  <a:lnTo>
                    <a:pt x="0" y="14"/>
                  </a:lnTo>
                  <a:lnTo>
                    <a:pt x="25" y="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7" name="Google Shape;617;p31"/>
            <p:cNvSpPr/>
            <p:nvPr/>
          </p:nvSpPr>
          <p:spPr>
            <a:xfrm rot="1352049" flipH="1">
              <a:off x="-2151060" y="2132418"/>
              <a:ext cx="26961" cy="23110"/>
            </a:xfrm>
            <a:custGeom>
              <a:avLst/>
              <a:gdLst/>
              <a:ahLst/>
              <a:cxnLst/>
              <a:rect l="l" t="t" r="r" b="b"/>
              <a:pathLst>
                <a:path w="23" h="19" extrusionOk="0">
                  <a:moveTo>
                    <a:pt x="11" y="18"/>
                  </a:moveTo>
                  <a:cubicBezTo>
                    <a:pt x="23" y="19"/>
                    <a:pt x="23" y="1"/>
                    <a:pt x="12" y="1"/>
                  </a:cubicBezTo>
                  <a:cubicBezTo>
                    <a:pt x="1" y="0"/>
                    <a:pt x="0" y="18"/>
                    <a:pt x="11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31"/>
            <p:cNvSpPr/>
            <p:nvPr/>
          </p:nvSpPr>
          <p:spPr>
            <a:xfrm rot="1352048" flipH="1">
              <a:off x="-2061320" y="2178206"/>
              <a:ext cx="28245" cy="21825"/>
            </a:xfrm>
            <a:custGeom>
              <a:avLst/>
              <a:gdLst/>
              <a:ahLst/>
              <a:cxnLst/>
              <a:rect l="l" t="t" r="r" b="b"/>
              <a:pathLst>
                <a:path w="23" h="18" extrusionOk="0">
                  <a:moveTo>
                    <a:pt x="11" y="17"/>
                  </a:moveTo>
                  <a:cubicBezTo>
                    <a:pt x="22" y="18"/>
                    <a:pt x="23" y="0"/>
                    <a:pt x="12" y="0"/>
                  </a:cubicBezTo>
                  <a:cubicBezTo>
                    <a:pt x="1" y="0"/>
                    <a:pt x="0" y="17"/>
                    <a:pt x="11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9" name="Google Shape;619;p31"/>
          <p:cNvGrpSpPr/>
          <p:nvPr/>
        </p:nvGrpSpPr>
        <p:grpSpPr>
          <a:xfrm>
            <a:off x="6154270" y="645197"/>
            <a:ext cx="5198456" cy="5331887"/>
            <a:chOff x="6154270" y="645197"/>
            <a:chExt cx="5198456" cy="5331887"/>
          </a:xfrm>
        </p:grpSpPr>
        <p:grpSp>
          <p:nvGrpSpPr>
            <p:cNvPr id="620" name="Google Shape;620;p31"/>
            <p:cNvGrpSpPr/>
            <p:nvPr/>
          </p:nvGrpSpPr>
          <p:grpSpPr>
            <a:xfrm rot="145461">
              <a:off x="6260444" y="748360"/>
              <a:ext cx="4986107" cy="5125561"/>
              <a:chOff x="6108796" y="946396"/>
              <a:chExt cx="4986132" cy="5125586"/>
            </a:xfrm>
          </p:grpSpPr>
          <p:grpSp>
            <p:nvGrpSpPr>
              <p:cNvPr id="621" name="Google Shape;621;p31"/>
              <p:cNvGrpSpPr/>
              <p:nvPr/>
            </p:nvGrpSpPr>
            <p:grpSpPr>
              <a:xfrm rot="-1799733">
                <a:off x="6846472" y="1563356"/>
                <a:ext cx="3510779" cy="3891666"/>
                <a:chOff x="5248626" y="581076"/>
                <a:chExt cx="3411377" cy="3781480"/>
              </a:xfrm>
            </p:grpSpPr>
            <p:sp>
              <p:nvSpPr>
                <p:cNvPr id="622" name="Google Shape;622;p31"/>
                <p:cNvSpPr/>
                <p:nvPr/>
              </p:nvSpPr>
              <p:spPr>
                <a:xfrm rot="1475344" flipH="1">
                  <a:off x="5361992" y="805091"/>
                  <a:ext cx="1255079" cy="8184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4" h="282" extrusionOk="0">
                      <a:moveTo>
                        <a:pt x="228" y="229"/>
                      </a:moveTo>
                      <a:cubicBezTo>
                        <a:pt x="174" y="249"/>
                        <a:pt x="117" y="270"/>
                        <a:pt x="65" y="282"/>
                      </a:cubicBezTo>
                      <a:cubicBezTo>
                        <a:pt x="0" y="107"/>
                        <a:pt x="0" y="107"/>
                        <a:pt x="0" y="107"/>
                      </a:cubicBezTo>
                      <a:cubicBezTo>
                        <a:pt x="47" y="82"/>
                        <a:pt x="104" y="61"/>
                        <a:pt x="158" y="41"/>
                      </a:cubicBezTo>
                      <a:cubicBezTo>
                        <a:pt x="269" y="0"/>
                        <a:pt x="389" y="30"/>
                        <a:pt x="426" y="41"/>
                      </a:cubicBezTo>
                      <a:cubicBezTo>
                        <a:pt x="431" y="43"/>
                        <a:pt x="434" y="50"/>
                        <a:pt x="431" y="55"/>
                      </a:cubicBezTo>
                      <a:cubicBezTo>
                        <a:pt x="410" y="87"/>
                        <a:pt x="338" y="188"/>
                        <a:pt x="228" y="22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31"/>
                <p:cNvSpPr/>
                <p:nvPr/>
              </p:nvSpPr>
              <p:spPr>
                <a:xfrm rot="1475342" flipH="1">
                  <a:off x="5808780" y="974572"/>
                  <a:ext cx="462810" cy="4654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" h="161" extrusionOk="0">
                      <a:moveTo>
                        <a:pt x="105" y="148"/>
                      </a:moveTo>
                      <a:cubicBezTo>
                        <a:pt x="68" y="161"/>
                        <a:pt x="27" y="142"/>
                        <a:pt x="13" y="106"/>
                      </a:cubicBezTo>
                      <a:cubicBezTo>
                        <a:pt x="0" y="69"/>
                        <a:pt x="18" y="28"/>
                        <a:pt x="55" y="14"/>
                      </a:cubicBezTo>
                      <a:cubicBezTo>
                        <a:pt x="92" y="0"/>
                        <a:pt x="133" y="19"/>
                        <a:pt x="147" y="56"/>
                      </a:cubicBezTo>
                      <a:cubicBezTo>
                        <a:pt x="160" y="93"/>
                        <a:pt x="142" y="134"/>
                        <a:pt x="105" y="148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31"/>
                <p:cNvSpPr/>
                <p:nvPr/>
              </p:nvSpPr>
              <p:spPr>
                <a:xfrm rot="1475341" flipH="1">
                  <a:off x="5860531" y="1029365"/>
                  <a:ext cx="358220" cy="358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" h="124" extrusionOk="0">
                      <a:moveTo>
                        <a:pt x="81" y="113"/>
                      </a:moveTo>
                      <a:cubicBezTo>
                        <a:pt x="53" y="124"/>
                        <a:pt x="21" y="109"/>
                        <a:pt x="10" y="81"/>
                      </a:cubicBezTo>
                      <a:cubicBezTo>
                        <a:pt x="0" y="52"/>
                        <a:pt x="14" y="21"/>
                        <a:pt x="43" y="10"/>
                      </a:cubicBezTo>
                      <a:cubicBezTo>
                        <a:pt x="71" y="0"/>
                        <a:pt x="103" y="14"/>
                        <a:pt x="114" y="43"/>
                      </a:cubicBezTo>
                      <a:cubicBezTo>
                        <a:pt x="124" y="71"/>
                        <a:pt x="110" y="103"/>
                        <a:pt x="81" y="11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31"/>
                <p:cNvSpPr/>
                <p:nvPr/>
              </p:nvSpPr>
              <p:spPr>
                <a:xfrm rot="1475341" flipH="1">
                  <a:off x="5897138" y="1065971"/>
                  <a:ext cx="285007" cy="2850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8" h="98" extrusionOk="0">
                      <a:moveTo>
                        <a:pt x="64" y="90"/>
                      </a:moveTo>
                      <a:cubicBezTo>
                        <a:pt x="42" y="98"/>
                        <a:pt x="17" y="86"/>
                        <a:pt x="8" y="64"/>
                      </a:cubicBezTo>
                      <a:cubicBezTo>
                        <a:pt x="0" y="41"/>
                        <a:pt x="11" y="16"/>
                        <a:pt x="34" y="8"/>
                      </a:cubicBezTo>
                      <a:cubicBezTo>
                        <a:pt x="56" y="0"/>
                        <a:pt x="81" y="11"/>
                        <a:pt x="90" y="34"/>
                      </a:cubicBezTo>
                      <a:cubicBezTo>
                        <a:pt x="98" y="56"/>
                        <a:pt x="87" y="81"/>
                        <a:pt x="64" y="9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31"/>
                <p:cNvSpPr/>
                <p:nvPr/>
              </p:nvSpPr>
              <p:spPr>
                <a:xfrm rot="1475345" flipH="1">
                  <a:off x="6298060" y="1073990"/>
                  <a:ext cx="546482" cy="2954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" h="102" extrusionOk="0">
                      <a:moveTo>
                        <a:pt x="188" y="49"/>
                      </a:moveTo>
                      <a:cubicBezTo>
                        <a:pt x="188" y="49"/>
                        <a:pt x="188" y="49"/>
                        <a:pt x="188" y="49"/>
                      </a:cubicBezTo>
                      <a:cubicBezTo>
                        <a:pt x="189" y="17"/>
                        <a:pt x="159" y="0"/>
                        <a:pt x="126" y="13"/>
                      </a:cubicBezTo>
                      <a:cubicBezTo>
                        <a:pt x="80" y="32"/>
                        <a:pt x="25" y="60"/>
                        <a:pt x="0" y="99"/>
                      </a:cubicBezTo>
                      <a:cubicBezTo>
                        <a:pt x="63" y="102"/>
                        <a:pt x="63" y="102"/>
                        <a:pt x="63" y="102"/>
                      </a:cubicBezTo>
                      <a:cubicBezTo>
                        <a:pt x="78" y="102"/>
                        <a:pt x="95" y="99"/>
                        <a:pt x="111" y="91"/>
                      </a:cubicBezTo>
                      <a:cubicBezTo>
                        <a:pt x="183" y="55"/>
                        <a:pt x="183" y="55"/>
                        <a:pt x="183" y="55"/>
                      </a:cubicBezTo>
                      <a:cubicBezTo>
                        <a:pt x="186" y="54"/>
                        <a:pt x="188" y="51"/>
                        <a:pt x="188" y="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31"/>
                <p:cNvSpPr/>
                <p:nvPr/>
              </p:nvSpPr>
              <p:spPr>
                <a:xfrm rot="1475341" flipH="1">
                  <a:off x="5796534" y="1565615"/>
                  <a:ext cx="570015" cy="29023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" h="100" extrusionOk="0">
                      <a:moveTo>
                        <a:pt x="175" y="3"/>
                      </a:moveTo>
                      <a:cubicBezTo>
                        <a:pt x="175" y="3"/>
                        <a:pt x="175" y="3"/>
                        <a:pt x="175" y="3"/>
                      </a:cubicBezTo>
                      <a:cubicBezTo>
                        <a:pt x="197" y="26"/>
                        <a:pt x="185" y="59"/>
                        <a:pt x="152" y="70"/>
                      </a:cubicBezTo>
                      <a:cubicBezTo>
                        <a:pt x="104" y="86"/>
                        <a:pt x="44" y="100"/>
                        <a:pt x="0" y="87"/>
                      </a:cubicBezTo>
                      <a:cubicBezTo>
                        <a:pt x="46" y="44"/>
                        <a:pt x="46" y="44"/>
                        <a:pt x="46" y="44"/>
                      </a:cubicBezTo>
                      <a:cubicBezTo>
                        <a:pt x="57" y="34"/>
                        <a:pt x="72" y="26"/>
                        <a:pt x="89" y="21"/>
                      </a:cubicBezTo>
                      <a:cubicBezTo>
                        <a:pt x="167" y="1"/>
                        <a:pt x="167" y="1"/>
                        <a:pt x="167" y="1"/>
                      </a:cubicBezTo>
                      <a:cubicBezTo>
                        <a:pt x="170" y="0"/>
                        <a:pt x="174" y="1"/>
                        <a:pt x="175" y="3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8" name="Google Shape;628;p31"/>
                <p:cNvSpPr/>
                <p:nvPr/>
              </p:nvSpPr>
              <p:spPr>
                <a:xfrm rot="1475344" flipH="1">
                  <a:off x="5907577" y="1722844"/>
                  <a:ext cx="1566233" cy="2120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41" h="732" extrusionOk="0">
                      <a:moveTo>
                        <a:pt x="35" y="732"/>
                      </a:moveTo>
                      <a:cubicBezTo>
                        <a:pt x="21" y="694"/>
                        <a:pt x="11" y="655"/>
                        <a:pt x="5" y="614"/>
                      </a:cubicBezTo>
                      <a:cubicBezTo>
                        <a:pt x="5" y="611"/>
                        <a:pt x="4" y="609"/>
                        <a:pt x="4" y="606"/>
                      </a:cubicBezTo>
                      <a:cubicBezTo>
                        <a:pt x="3" y="599"/>
                        <a:pt x="3" y="599"/>
                        <a:pt x="3" y="599"/>
                      </a:cubicBezTo>
                      <a:cubicBezTo>
                        <a:pt x="2" y="583"/>
                        <a:pt x="2" y="583"/>
                        <a:pt x="2" y="583"/>
                      </a:cubicBezTo>
                      <a:cubicBezTo>
                        <a:pt x="1" y="568"/>
                        <a:pt x="1" y="568"/>
                        <a:pt x="1" y="568"/>
                      </a:cubicBezTo>
                      <a:cubicBezTo>
                        <a:pt x="1" y="563"/>
                        <a:pt x="0" y="558"/>
                        <a:pt x="1" y="552"/>
                      </a:cubicBezTo>
                      <a:cubicBezTo>
                        <a:pt x="1" y="542"/>
                        <a:pt x="1" y="532"/>
                        <a:pt x="2" y="522"/>
                      </a:cubicBezTo>
                      <a:cubicBezTo>
                        <a:pt x="2" y="516"/>
                        <a:pt x="2" y="511"/>
                        <a:pt x="3" y="506"/>
                      </a:cubicBezTo>
                      <a:cubicBezTo>
                        <a:pt x="5" y="491"/>
                        <a:pt x="5" y="491"/>
                        <a:pt x="5" y="491"/>
                      </a:cubicBezTo>
                      <a:cubicBezTo>
                        <a:pt x="11" y="450"/>
                        <a:pt x="23" y="409"/>
                        <a:pt x="41" y="372"/>
                      </a:cubicBezTo>
                      <a:cubicBezTo>
                        <a:pt x="58" y="334"/>
                        <a:pt x="81" y="298"/>
                        <a:pt x="108" y="266"/>
                      </a:cubicBezTo>
                      <a:cubicBezTo>
                        <a:pt x="134" y="234"/>
                        <a:pt x="164" y="205"/>
                        <a:pt x="196" y="178"/>
                      </a:cubicBezTo>
                      <a:cubicBezTo>
                        <a:pt x="229" y="152"/>
                        <a:pt x="263" y="128"/>
                        <a:pt x="298" y="107"/>
                      </a:cubicBezTo>
                      <a:cubicBezTo>
                        <a:pt x="369" y="64"/>
                        <a:pt x="445" y="29"/>
                        <a:pt x="522" y="0"/>
                      </a:cubicBezTo>
                      <a:cubicBezTo>
                        <a:pt x="541" y="55"/>
                        <a:pt x="541" y="55"/>
                        <a:pt x="541" y="55"/>
                      </a:cubicBezTo>
                      <a:cubicBezTo>
                        <a:pt x="465" y="79"/>
                        <a:pt x="390" y="108"/>
                        <a:pt x="320" y="145"/>
                      </a:cubicBezTo>
                      <a:cubicBezTo>
                        <a:pt x="285" y="164"/>
                        <a:pt x="251" y="185"/>
                        <a:pt x="219" y="208"/>
                      </a:cubicBezTo>
                      <a:cubicBezTo>
                        <a:pt x="187" y="231"/>
                        <a:pt x="157" y="257"/>
                        <a:pt x="131" y="286"/>
                      </a:cubicBezTo>
                      <a:cubicBezTo>
                        <a:pt x="104" y="315"/>
                        <a:pt x="80" y="347"/>
                        <a:pt x="62" y="382"/>
                      </a:cubicBezTo>
                      <a:cubicBezTo>
                        <a:pt x="43" y="417"/>
                        <a:pt x="29" y="454"/>
                        <a:pt x="21" y="493"/>
                      </a:cubicBezTo>
                      <a:cubicBezTo>
                        <a:pt x="19" y="508"/>
                        <a:pt x="19" y="508"/>
                        <a:pt x="19" y="508"/>
                      </a:cubicBezTo>
                      <a:cubicBezTo>
                        <a:pt x="18" y="513"/>
                        <a:pt x="17" y="518"/>
                        <a:pt x="17" y="523"/>
                      </a:cubicBezTo>
                      <a:cubicBezTo>
                        <a:pt x="15" y="533"/>
                        <a:pt x="15" y="543"/>
                        <a:pt x="14" y="553"/>
                      </a:cubicBezTo>
                      <a:cubicBezTo>
                        <a:pt x="13" y="558"/>
                        <a:pt x="13" y="563"/>
                        <a:pt x="13" y="568"/>
                      </a:cubicBezTo>
                      <a:cubicBezTo>
                        <a:pt x="13" y="583"/>
                        <a:pt x="13" y="583"/>
                        <a:pt x="13" y="583"/>
                      </a:cubicBezTo>
                      <a:cubicBezTo>
                        <a:pt x="14" y="598"/>
                        <a:pt x="14" y="598"/>
                        <a:pt x="14" y="598"/>
                      </a:cubicBezTo>
                      <a:cubicBezTo>
                        <a:pt x="14" y="605"/>
                        <a:pt x="14" y="605"/>
                        <a:pt x="14" y="605"/>
                      </a:cubicBezTo>
                      <a:cubicBezTo>
                        <a:pt x="14" y="608"/>
                        <a:pt x="14" y="610"/>
                        <a:pt x="15" y="613"/>
                      </a:cubicBezTo>
                      <a:cubicBezTo>
                        <a:pt x="18" y="653"/>
                        <a:pt x="26" y="693"/>
                        <a:pt x="38" y="731"/>
                      </a:cubicBezTo>
                      <a:lnTo>
                        <a:pt x="35" y="732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9" name="Google Shape;629;p31"/>
                <p:cNvSpPr/>
                <p:nvPr/>
              </p:nvSpPr>
              <p:spPr>
                <a:xfrm rot="1472599" flipH="1">
                  <a:off x="7219522" y="2830002"/>
                  <a:ext cx="243391" cy="243391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0" name="Google Shape;630;p31"/>
                <p:cNvSpPr/>
                <p:nvPr/>
              </p:nvSpPr>
              <p:spPr>
                <a:xfrm rot="1472599" flipH="1">
                  <a:off x="7005987" y="2901816"/>
                  <a:ext cx="243391" cy="240834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1" name="Google Shape;631;p31"/>
                <p:cNvSpPr/>
                <p:nvPr/>
              </p:nvSpPr>
              <p:spPr>
                <a:xfrm rot="1472320" flipH="1">
                  <a:off x="7353568" y="3202956"/>
                  <a:ext cx="360456" cy="360456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2" name="Google Shape;632;p31"/>
                <p:cNvSpPr/>
                <p:nvPr/>
              </p:nvSpPr>
              <p:spPr>
                <a:xfrm rot="1474620" flipH="1">
                  <a:off x="7083983" y="3238318"/>
                  <a:ext cx="363535" cy="360456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3" name="Google Shape;633;p31"/>
                <p:cNvSpPr/>
                <p:nvPr/>
              </p:nvSpPr>
              <p:spPr>
                <a:xfrm rot="1472320" flipH="1">
                  <a:off x="6879733" y="3000505"/>
                  <a:ext cx="360456" cy="360456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4" name="Google Shape;634;p31"/>
                <p:cNvSpPr/>
                <p:nvPr/>
              </p:nvSpPr>
              <p:spPr>
                <a:xfrm rot="1474620" flipH="1">
                  <a:off x="7204002" y="2974212"/>
                  <a:ext cx="363535" cy="363535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5" name="Google Shape;635;p31"/>
                <p:cNvSpPr/>
                <p:nvPr/>
              </p:nvSpPr>
              <p:spPr>
                <a:xfrm rot="1473810" flipH="1">
                  <a:off x="6513357" y="3151516"/>
                  <a:ext cx="606926" cy="603699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31"/>
                <p:cNvSpPr/>
                <p:nvPr/>
              </p:nvSpPr>
              <p:spPr>
                <a:xfrm rot="1475746" flipH="1">
                  <a:off x="6806097" y="3387806"/>
                  <a:ext cx="796466" cy="796466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7" name="Google Shape;637;p31"/>
                <p:cNvSpPr/>
                <p:nvPr/>
              </p:nvSpPr>
              <p:spPr>
                <a:xfrm rot="1475530" flipH="1">
                  <a:off x="7454688" y="2995861"/>
                  <a:ext cx="1036629" cy="1036629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8" name="Google Shape;638;p31"/>
                <p:cNvSpPr/>
                <p:nvPr/>
              </p:nvSpPr>
              <p:spPr>
                <a:xfrm rot="1477273" flipH="1">
                  <a:off x="5838954" y="2924737"/>
                  <a:ext cx="834578" cy="834578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9" name="Google Shape;639;p31"/>
                <p:cNvSpPr/>
                <p:nvPr/>
              </p:nvSpPr>
              <p:spPr>
                <a:xfrm rot="1474286" flipH="1">
                  <a:off x="5452694" y="2937831"/>
                  <a:ext cx="836885" cy="834578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40" name="Google Shape;640;p31"/>
                <p:cNvSpPr/>
                <p:nvPr/>
              </p:nvSpPr>
              <p:spPr>
                <a:xfrm rot="1475746" flipH="1">
                  <a:off x="6284251" y="3436472"/>
                  <a:ext cx="796466" cy="796466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41" name="Google Shape;641;p31"/>
              <p:cNvSpPr/>
              <p:nvPr/>
            </p:nvSpPr>
            <p:spPr>
              <a:xfrm rot="-324951" flipH="1">
                <a:off x="8102058" y="4594796"/>
                <a:ext cx="1131551" cy="1128153"/>
              </a:xfrm>
              <a:prstGeom prst="ellipse">
                <a:avLst/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2" name="Google Shape;642;p31"/>
            <p:cNvSpPr/>
            <p:nvPr/>
          </p:nvSpPr>
          <p:spPr>
            <a:xfrm rot="-325075" flipH="1">
              <a:off x="6973344" y="4287578"/>
              <a:ext cx="1490157" cy="1485835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657" name="Google Shape;657;p33"/>
          <p:cNvSpPr txBox="1">
            <a:spLocks noGrp="1"/>
          </p:cNvSpPr>
          <p:nvPr>
            <p:ph type="title" idx="2"/>
          </p:nvPr>
        </p:nvSpPr>
        <p:spPr>
          <a:xfrm>
            <a:off x="1505375" y="1449550"/>
            <a:ext cx="7347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58" name="Google Shape;658;p33"/>
          <p:cNvSpPr txBox="1">
            <a:spLocks noGrp="1"/>
          </p:cNvSpPr>
          <p:nvPr>
            <p:ph type="title" idx="3"/>
          </p:nvPr>
        </p:nvSpPr>
        <p:spPr>
          <a:xfrm>
            <a:off x="1505375" y="3046603"/>
            <a:ext cx="7347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659" name="Google Shape;659;p33"/>
          <p:cNvSpPr txBox="1">
            <a:spLocks noGrp="1"/>
          </p:cNvSpPr>
          <p:nvPr>
            <p:ph type="title" idx="4"/>
          </p:nvPr>
        </p:nvSpPr>
        <p:spPr>
          <a:xfrm>
            <a:off x="4204650" y="1449550"/>
            <a:ext cx="7347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60" name="Google Shape;660;p33"/>
          <p:cNvSpPr txBox="1">
            <a:spLocks noGrp="1"/>
          </p:cNvSpPr>
          <p:nvPr>
            <p:ph type="title" idx="5"/>
          </p:nvPr>
        </p:nvSpPr>
        <p:spPr>
          <a:xfrm>
            <a:off x="4204650" y="3046603"/>
            <a:ext cx="7347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661" name="Google Shape;661;p33"/>
          <p:cNvSpPr txBox="1">
            <a:spLocks noGrp="1"/>
          </p:cNvSpPr>
          <p:nvPr>
            <p:ph type="title" idx="6"/>
          </p:nvPr>
        </p:nvSpPr>
        <p:spPr>
          <a:xfrm>
            <a:off x="6903925" y="1449550"/>
            <a:ext cx="734700" cy="6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63" name="Google Shape;663;p33"/>
          <p:cNvSpPr txBox="1">
            <a:spLocks noGrp="1"/>
          </p:cNvSpPr>
          <p:nvPr>
            <p:ph type="subTitle" idx="1"/>
          </p:nvPr>
        </p:nvSpPr>
        <p:spPr>
          <a:xfrm>
            <a:off x="719975" y="21413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Overview</a:t>
            </a:r>
            <a:endParaRPr dirty="0"/>
          </a:p>
        </p:txBody>
      </p:sp>
      <p:sp>
        <p:nvSpPr>
          <p:cNvPr id="664" name="Google Shape;664;p33"/>
          <p:cNvSpPr txBox="1">
            <a:spLocks noGrp="1"/>
          </p:cNvSpPr>
          <p:nvPr>
            <p:ph type="subTitle" idx="8"/>
          </p:nvPr>
        </p:nvSpPr>
        <p:spPr>
          <a:xfrm>
            <a:off x="3419250" y="21413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Data Importation </a:t>
            </a:r>
            <a:endParaRPr dirty="0"/>
          </a:p>
        </p:txBody>
      </p:sp>
      <p:sp>
        <p:nvSpPr>
          <p:cNvPr id="665" name="Google Shape;665;p33"/>
          <p:cNvSpPr txBox="1">
            <a:spLocks noGrp="1"/>
          </p:cNvSpPr>
          <p:nvPr>
            <p:ph type="subTitle" idx="9"/>
          </p:nvPr>
        </p:nvSpPr>
        <p:spPr>
          <a:xfrm>
            <a:off x="6118525" y="21413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Creating Keys</a:t>
            </a:r>
            <a:endParaRPr dirty="0"/>
          </a:p>
        </p:txBody>
      </p:sp>
      <p:sp>
        <p:nvSpPr>
          <p:cNvPr id="666" name="Google Shape;666;p33"/>
          <p:cNvSpPr txBox="1">
            <a:spLocks noGrp="1"/>
          </p:cNvSpPr>
          <p:nvPr>
            <p:ph type="subTitle" idx="13"/>
          </p:nvPr>
        </p:nvSpPr>
        <p:spPr>
          <a:xfrm>
            <a:off x="719975" y="373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/>
              <a:t>ER Diagram</a:t>
            </a:r>
            <a:endParaRPr dirty="0"/>
          </a:p>
        </p:txBody>
      </p:sp>
      <p:sp>
        <p:nvSpPr>
          <p:cNvPr id="667" name="Google Shape;667;p33"/>
          <p:cNvSpPr txBox="1">
            <a:spLocks noGrp="1"/>
          </p:cNvSpPr>
          <p:nvPr>
            <p:ph type="subTitle" idx="14"/>
          </p:nvPr>
        </p:nvSpPr>
        <p:spPr>
          <a:xfrm>
            <a:off x="3419250" y="373840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Insights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32"/>
          <p:cNvSpPr txBox="1">
            <a:spLocks noGrp="1"/>
          </p:cNvSpPr>
          <p:nvPr>
            <p:ph type="title"/>
          </p:nvPr>
        </p:nvSpPr>
        <p:spPr>
          <a:xfrm>
            <a:off x="613017" y="18686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9D4B2-ECD8-45E0-7B06-82C054C836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0420" y="834956"/>
            <a:ext cx="5170260" cy="372900"/>
          </a:xfrm>
        </p:spPr>
        <p:txBody>
          <a:bodyPr/>
          <a:lstStyle/>
          <a:p>
            <a:pPr marL="139700" indent="0">
              <a:buNone/>
            </a:pPr>
            <a:r>
              <a:rPr lang="en-US" b="1" dirty="0"/>
              <a:t>phones.csv </a:t>
            </a:r>
            <a:r>
              <a:rPr lang="en-US" dirty="0"/>
              <a:t>-&gt;  This table lists the mobile phone models available for sale.</a:t>
            </a:r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73818A6-6F79-7791-4789-36C8E45C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17" y="1205527"/>
            <a:ext cx="3398823" cy="1140394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6CC435BC-483D-A6CC-3672-9646A0CFB17A}"/>
              </a:ext>
            </a:extLst>
          </p:cNvPr>
          <p:cNvSpPr txBox="1">
            <a:spLocks/>
          </p:cNvSpPr>
          <p:nvPr/>
        </p:nvSpPr>
        <p:spPr>
          <a:xfrm>
            <a:off x="4861282" y="1568290"/>
            <a:ext cx="3780101" cy="3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139700" indent="0">
              <a:buFont typeface="Assistant"/>
              <a:buNone/>
            </a:pPr>
            <a:r>
              <a:rPr lang="en-US" b="1" dirty="0"/>
              <a:t>regions.csv </a:t>
            </a:r>
            <a:r>
              <a:rPr lang="en-US" dirty="0"/>
              <a:t>-&gt; This table lists the different countries and regions where sales are tracked.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3BD4495E-0609-A6E9-5355-1902C1D5CA10}"/>
              </a:ext>
            </a:extLst>
          </p:cNvPr>
          <p:cNvSpPr txBox="1">
            <a:spLocks/>
          </p:cNvSpPr>
          <p:nvPr/>
        </p:nvSpPr>
        <p:spPr>
          <a:xfrm>
            <a:off x="399656" y="2642883"/>
            <a:ext cx="4225684" cy="512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ssistant"/>
              <a:buChar char="●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1pPr>
            <a:lvl2pPr marL="914400" marR="0" lvl="1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●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○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ssistant"/>
              <a:buChar char="■"/>
              <a:defRPr sz="1200" b="0" i="0" u="none" strike="noStrike" cap="none">
                <a:solidFill>
                  <a:schemeClr val="dk1"/>
                </a:solidFill>
                <a:latin typeface="Assistant"/>
                <a:ea typeface="Assistant"/>
                <a:cs typeface="Assistant"/>
                <a:sym typeface="Assistant"/>
              </a:defRPr>
            </a:lvl9pPr>
          </a:lstStyle>
          <a:p>
            <a:pPr marL="139700" indent="0">
              <a:buFont typeface="Assistant"/>
              <a:buNone/>
            </a:pPr>
            <a:r>
              <a:rPr lang="en-US" b="1" dirty="0"/>
              <a:t>sales.csv </a:t>
            </a:r>
            <a:r>
              <a:rPr lang="en-US" dirty="0"/>
              <a:t>-&gt; This table links phones and regions, showing the actual sales transactions. </a:t>
            </a:r>
          </a:p>
          <a:p>
            <a:pPr marL="139700" indent="0">
              <a:buFont typeface="Assistant"/>
              <a:buNone/>
            </a:pPr>
            <a:r>
              <a:rPr lang="en-US" dirty="0">
                <a:sym typeface="Wingdings" panose="05000000000000000000" pitchFamily="2" charset="2"/>
              </a:rPr>
              <a:t> serves as a </a:t>
            </a:r>
            <a:r>
              <a:rPr lang="en-US" b="1" dirty="0">
                <a:sym typeface="Wingdings" panose="05000000000000000000" pitchFamily="2" charset="2"/>
              </a:rPr>
              <a:t>junction table </a:t>
            </a:r>
            <a:r>
              <a:rPr lang="en-US" dirty="0">
                <a:sym typeface="Wingdings" panose="05000000000000000000" pitchFamily="2" charset="2"/>
              </a:rPr>
              <a:t>connecting the other two tables</a:t>
            </a:r>
            <a:endParaRPr lang="en-US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6BADEA1-2B05-D597-6E22-1FBB6DABF7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8719" y="2045775"/>
            <a:ext cx="3532664" cy="1051949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4C88A4-F7B3-D487-0078-20F4B01E8B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617" y="3296626"/>
            <a:ext cx="4364604" cy="128269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Data Importation </a:t>
            </a:r>
            <a:endParaRPr dirty="0"/>
          </a:p>
        </p:txBody>
      </p:sp>
      <p:pic>
        <p:nvPicPr>
          <p:cNvPr id="27" name="Picture 2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C1F711-9807-0307-29F7-74B46169BF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432" y="1112388"/>
            <a:ext cx="2557568" cy="2918723"/>
          </a:xfrm>
          <a:prstGeom prst="rect">
            <a:avLst/>
          </a:prstGeom>
        </p:spPr>
      </p:pic>
      <p:pic>
        <p:nvPicPr>
          <p:cNvPr id="29" name="Picture 2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B87AEA9-B596-5AC4-3050-76CAB04A3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110" y="1870956"/>
            <a:ext cx="3817801" cy="1656433"/>
          </a:xfrm>
          <a:prstGeom prst="rect">
            <a:avLst/>
          </a:prstGeom>
        </p:spPr>
      </p:pic>
      <p:cxnSp>
        <p:nvCxnSpPr>
          <p:cNvPr id="30" name="Google Shape;1216;p44">
            <a:extLst>
              <a:ext uri="{FF2B5EF4-FFF2-40B4-BE49-F238E27FC236}">
                <a16:creationId xmlns:a16="http://schemas.microsoft.com/office/drawing/2014/main" id="{2CF831D9-324C-484D-B18D-26A76A9878B8}"/>
              </a:ext>
            </a:extLst>
          </p:cNvPr>
          <p:cNvCxnSpPr>
            <a:cxnSpLocks/>
          </p:cNvCxnSpPr>
          <p:nvPr/>
        </p:nvCxnSpPr>
        <p:spPr>
          <a:xfrm>
            <a:off x="4470911" y="2242394"/>
            <a:ext cx="1395521" cy="91355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Creating Keys</a:t>
            </a:r>
            <a:endParaRPr dirty="0"/>
          </a:p>
        </p:txBody>
      </p:sp>
      <p:pic>
        <p:nvPicPr>
          <p:cNvPr id="11" name="Picture 10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310DB98-8E91-92A9-0DA2-0F821F564B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276784"/>
            <a:ext cx="2925948" cy="1123354"/>
          </a:xfrm>
          <a:prstGeom prst="rect">
            <a:avLst/>
          </a:prstGeom>
        </p:spPr>
      </p:pic>
      <p:pic>
        <p:nvPicPr>
          <p:cNvPr id="13" name="Picture 1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62BD2A8B-4FB7-598C-2201-04F756D83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2571750"/>
            <a:ext cx="2972567" cy="1123354"/>
          </a:xfrm>
          <a:prstGeom prst="rect">
            <a:avLst/>
          </a:prstGeom>
        </p:spPr>
      </p:pic>
      <p:pic>
        <p:nvPicPr>
          <p:cNvPr id="15" name="Picture 1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632530B-BD0F-D1B6-A8D2-669BDA4DF0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199" y="856991"/>
            <a:ext cx="4100029" cy="3316432"/>
          </a:xfrm>
          <a:prstGeom prst="rect">
            <a:avLst/>
          </a:prstGeom>
        </p:spPr>
      </p:pic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65469C7-25F3-B0D6-0732-CAD074866B02}"/>
              </a:ext>
            </a:extLst>
          </p:cNvPr>
          <p:cNvSpPr txBox="1">
            <a:spLocks/>
          </p:cNvSpPr>
          <p:nvPr/>
        </p:nvSpPr>
        <p:spPr>
          <a:xfrm>
            <a:off x="182814" y="3764280"/>
            <a:ext cx="3627120" cy="682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18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 Black"/>
              <a:buNone/>
              <a:defRPr sz="2400" b="0" i="0" u="none" strike="noStrike" cap="none">
                <a:solidFill>
                  <a:schemeClr val="dk1"/>
                </a:solidFill>
                <a:latin typeface="Albert Sans Black"/>
                <a:ea typeface="Albert Sans Black"/>
                <a:cs typeface="Albert Sans Black"/>
                <a:sym typeface="Albert Sans Black"/>
              </a:defRPr>
            </a:lvl9pPr>
          </a:lstStyle>
          <a:p>
            <a:pPr marL="139700" indent="0"/>
            <a:r>
              <a:rPr lang="en-US" sz="1200" b="1" dirty="0">
                <a:latin typeface="Assistant" pitchFamily="2" charset="-79"/>
                <a:cs typeface="Assistant" pitchFamily="2" charset="-79"/>
              </a:rPr>
              <a:t>MySQL cannot create an index or primary key on a TEXT/BLOB column unless we specify a prefix length. Change to VARCHAR(10)</a:t>
            </a:r>
            <a:endParaRPr lang="en-US" sz="1200" dirty="0">
              <a:latin typeface="Assistant" pitchFamily="2" charset="-79"/>
              <a:cs typeface="Assistant" pitchFamily="2" charset="-79"/>
            </a:endParaRPr>
          </a:p>
        </p:txBody>
      </p:sp>
      <p:cxnSp>
        <p:nvCxnSpPr>
          <p:cNvPr id="19" name="Google Shape;1216;p44">
            <a:extLst>
              <a:ext uri="{FF2B5EF4-FFF2-40B4-BE49-F238E27FC236}">
                <a16:creationId xmlns:a16="http://schemas.microsoft.com/office/drawing/2014/main" id="{3D51510E-7D59-B405-0BDF-BF4DE322E30D}"/>
              </a:ext>
            </a:extLst>
          </p:cNvPr>
          <p:cNvCxnSpPr>
            <a:cxnSpLocks/>
          </p:cNvCxnSpPr>
          <p:nvPr/>
        </p:nvCxnSpPr>
        <p:spPr>
          <a:xfrm rot="5400000">
            <a:off x="-129555" y="3575336"/>
            <a:ext cx="1104864" cy="221046"/>
          </a:xfrm>
          <a:prstGeom prst="bentConnector4">
            <a:avLst>
              <a:gd name="adj1" fmla="val -508"/>
              <a:gd name="adj2" fmla="val 203417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43"/>
          <p:cNvSpPr txBox="1">
            <a:spLocks noGrp="1"/>
          </p:cNvSpPr>
          <p:nvPr>
            <p:ph type="title"/>
          </p:nvPr>
        </p:nvSpPr>
        <p:spPr>
          <a:xfrm>
            <a:off x="788580" y="115986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ER Diagram</a:t>
            </a:r>
            <a:endParaRPr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2A95390-427F-6109-781F-02039074B3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64" y="989293"/>
            <a:ext cx="3753885" cy="4025489"/>
          </a:xfrm>
          <a:prstGeom prst="rect">
            <a:avLst/>
          </a:prstGeom>
        </p:spPr>
      </p:pic>
      <p:sp>
        <p:nvSpPr>
          <p:cNvPr id="6" name="Google Shape;674;p34">
            <a:extLst>
              <a:ext uri="{FF2B5EF4-FFF2-40B4-BE49-F238E27FC236}">
                <a16:creationId xmlns:a16="http://schemas.microsoft.com/office/drawing/2014/main" id="{9D7D7BDD-6F5C-C6BB-4213-20DCD3D8F8C6}"/>
              </a:ext>
            </a:extLst>
          </p:cNvPr>
          <p:cNvSpPr txBox="1">
            <a:spLocks/>
          </p:cNvSpPr>
          <p:nvPr/>
        </p:nvSpPr>
        <p:spPr>
          <a:xfrm>
            <a:off x="2025444" y="2594686"/>
            <a:ext cx="643980" cy="323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00" b="1" dirty="0"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One and </a:t>
            </a:r>
          </a:p>
          <a:p>
            <a:r>
              <a:rPr lang="en-US" sz="900" b="1" dirty="0"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only One</a:t>
            </a:r>
          </a:p>
        </p:txBody>
      </p:sp>
      <p:sp>
        <p:nvSpPr>
          <p:cNvPr id="7" name="Google Shape;674;p34">
            <a:extLst>
              <a:ext uri="{FF2B5EF4-FFF2-40B4-BE49-F238E27FC236}">
                <a16:creationId xmlns:a16="http://schemas.microsoft.com/office/drawing/2014/main" id="{544E0154-95EA-321F-1839-A4A89A823156}"/>
              </a:ext>
            </a:extLst>
          </p:cNvPr>
          <p:cNvSpPr txBox="1">
            <a:spLocks/>
          </p:cNvSpPr>
          <p:nvPr/>
        </p:nvSpPr>
        <p:spPr>
          <a:xfrm>
            <a:off x="5066769" y="2508907"/>
            <a:ext cx="643980" cy="323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00" b="1" dirty="0"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One and </a:t>
            </a:r>
          </a:p>
          <a:p>
            <a:r>
              <a:rPr lang="en-US" sz="900" b="1" dirty="0"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only One</a:t>
            </a:r>
          </a:p>
        </p:txBody>
      </p:sp>
      <p:sp>
        <p:nvSpPr>
          <p:cNvPr id="8" name="Google Shape;674;p34">
            <a:extLst>
              <a:ext uri="{FF2B5EF4-FFF2-40B4-BE49-F238E27FC236}">
                <a16:creationId xmlns:a16="http://schemas.microsoft.com/office/drawing/2014/main" id="{63CE7F49-C4A0-2711-CF8B-B2313933D2CF}"/>
              </a:ext>
            </a:extLst>
          </p:cNvPr>
          <p:cNvSpPr txBox="1">
            <a:spLocks/>
          </p:cNvSpPr>
          <p:nvPr/>
        </p:nvSpPr>
        <p:spPr>
          <a:xfrm>
            <a:off x="3677315" y="2832866"/>
            <a:ext cx="491018" cy="3239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900" b="1" dirty="0">
                <a:solidFill>
                  <a:srgbClr val="FF0000"/>
                </a:solidFill>
                <a:latin typeface="Assistant" pitchFamily="2" charset="-79"/>
                <a:cs typeface="Assistant" pitchFamily="2" charset="-79"/>
              </a:rPr>
              <a:t>One or Many</a:t>
            </a:r>
          </a:p>
        </p:txBody>
      </p:sp>
      <p:sp>
        <p:nvSpPr>
          <p:cNvPr id="9" name="Google Shape;674;p34">
            <a:extLst>
              <a:ext uri="{FF2B5EF4-FFF2-40B4-BE49-F238E27FC236}">
                <a16:creationId xmlns:a16="http://schemas.microsoft.com/office/drawing/2014/main" id="{D2B379DA-73EF-45A3-3A5A-F53D46FA3945}"/>
              </a:ext>
            </a:extLst>
          </p:cNvPr>
          <p:cNvSpPr txBox="1">
            <a:spLocks/>
          </p:cNvSpPr>
          <p:nvPr/>
        </p:nvSpPr>
        <p:spPr>
          <a:xfrm>
            <a:off x="223280" y="1116633"/>
            <a:ext cx="739245" cy="310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Entity</a:t>
            </a:r>
          </a:p>
        </p:txBody>
      </p:sp>
      <p:cxnSp>
        <p:nvCxnSpPr>
          <p:cNvPr id="12" name="Google Shape;1214;p44">
            <a:extLst>
              <a:ext uri="{FF2B5EF4-FFF2-40B4-BE49-F238E27FC236}">
                <a16:creationId xmlns:a16="http://schemas.microsoft.com/office/drawing/2014/main" id="{F08AB1E9-EAC8-D1A8-7AF9-44ABABBA5AD6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8580" y="1127674"/>
            <a:ext cx="1168284" cy="15668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" name="Google Shape;1214;p44">
            <a:extLst>
              <a:ext uri="{FF2B5EF4-FFF2-40B4-BE49-F238E27FC236}">
                <a16:creationId xmlns:a16="http://schemas.microsoft.com/office/drawing/2014/main" id="{09B32587-E5AC-E68F-B990-F90FFBBF8907}"/>
              </a:ext>
            </a:extLst>
          </p:cNvPr>
          <p:cNvCxnSpPr>
            <a:cxnSpLocks/>
          </p:cNvCxnSpPr>
          <p:nvPr/>
        </p:nvCxnSpPr>
        <p:spPr>
          <a:xfrm rot="10800000" flipV="1">
            <a:off x="876300" y="1963208"/>
            <a:ext cx="1080564" cy="54377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Google Shape;674;p34">
            <a:extLst>
              <a:ext uri="{FF2B5EF4-FFF2-40B4-BE49-F238E27FC236}">
                <a16:creationId xmlns:a16="http://schemas.microsoft.com/office/drawing/2014/main" id="{BC02CABD-AB76-A573-6461-DB113284C9ED}"/>
              </a:ext>
            </a:extLst>
          </p:cNvPr>
          <p:cNvSpPr txBox="1">
            <a:spLocks/>
          </p:cNvSpPr>
          <p:nvPr/>
        </p:nvSpPr>
        <p:spPr>
          <a:xfrm>
            <a:off x="72724" y="2325941"/>
            <a:ext cx="944829" cy="310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Attributes</a:t>
            </a:r>
          </a:p>
        </p:txBody>
      </p:sp>
      <p:sp>
        <p:nvSpPr>
          <p:cNvPr id="17" name="Google Shape;934;p38">
            <a:extLst>
              <a:ext uri="{FF2B5EF4-FFF2-40B4-BE49-F238E27FC236}">
                <a16:creationId xmlns:a16="http://schemas.microsoft.com/office/drawing/2014/main" id="{91A9A73C-6FC6-139C-044F-D5F794317249}"/>
              </a:ext>
            </a:extLst>
          </p:cNvPr>
          <p:cNvSpPr txBox="1">
            <a:spLocks/>
          </p:cNvSpPr>
          <p:nvPr/>
        </p:nvSpPr>
        <p:spPr>
          <a:xfrm>
            <a:off x="6123834" y="1546094"/>
            <a:ext cx="2731200" cy="29268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- One phone model can appear in many sales transactions. But each sale refers to one specific phone.</a:t>
            </a:r>
          </a:p>
          <a:p>
            <a:endParaRPr lang="en-US" sz="1200" b="1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-  One region (country) can have many sales records. But each sale occurs in one specific region.</a:t>
            </a:r>
          </a:p>
          <a:p>
            <a:endParaRPr lang="en-US" sz="1200" b="1" dirty="0">
              <a:solidFill>
                <a:schemeClr val="tx1"/>
              </a:solidFill>
              <a:latin typeface="Assistant" pitchFamily="2" charset="-79"/>
              <a:cs typeface="Assistant" pitchFamily="2" charset="-79"/>
            </a:endParaRPr>
          </a:p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- Phones and regions have an indirect Many-to-Many (M:N) relationship. Each phone model can be sold in many regions. And each region can sell many different phones.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35"/>
          <p:cNvSpPr txBox="1">
            <a:spLocks noGrp="1"/>
          </p:cNvSpPr>
          <p:nvPr>
            <p:ph type="title"/>
          </p:nvPr>
        </p:nvSpPr>
        <p:spPr>
          <a:xfrm>
            <a:off x="3960825" y="1305013"/>
            <a:ext cx="5008695" cy="10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Insight:</a:t>
            </a:r>
            <a:br>
              <a:rPr lang="en-US" dirty="0"/>
            </a:br>
            <a:r>
              <a:rPr lang="en-US" dirty="0"/>
              <a:t>What does the data tell us?</a:t>
            </a:r>
            <a:endParaRPr dirty="0"/>
          </a:p>
        </p:txBody>
      </p:sp>
      <p:sp>
        <p:nvSpPr>
          <p:cNvPr id="685" name="Google Shape;685;p35"/>
          <p:cNvSpPr/>
          <p:nvPr/>
        </p:nvSpPr>
        <p:spPr>
          <a:xfrm>
            <a:off x="1238025" y="3517013"/>
            <a:ext cx="2722800" cy="2722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686" name="Google Shape;686;p35"/>
          <p:cNvSpPr/>
          <p:nvPr/>
        </p:nvSpPr>
        <p:spPr>
          <a:xfrm rot="6944244" flipH="1">
            <a:off x="3838174" y="4523811"/>
            <a:ext cx="169382" cy="169373"/>
          </a:xfrm>
          <a:custGeom>
            <a:avLst/>
            <a:gdLst/>
            <a:ahLst/>
            <a:cxnLst/>
            <a:rect l="l" t="t" r="r" b="b"/>
            <a:pathLst>
              <a:path w="99" h="99" extrusionOk="0">
                <a:moveTo>
                  <a:pt x="64" y="47"/>
                </a:moveTo>
                <a:lnTo>
                  <a:pt x="99" y="85"/>
                </a:lnTo>
                <a:lnTo>
                  <a:pt x="52" y="64"/>
                </a:lnTo>
                <a:lnTo>
                  <a:pt x="13" y="99"/>
                </a:lnTo>
                <a:lnTo>
                  <a:pt x="35" y="51"/>
                </a:lnTo>
                <a:lnTo>
                  <a:pt x="0" y="13"/>
                </a:lnTo>
                <a:lnTo>
                  <a:pt x="47" y="35"/>
                </a:lnTo>
                <a:lnTo>
                  <a:pt x="86" y="0"/>
                </a:lnTo>
                <a:lnTo>
                  <a:pt x="64" y="47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5"/>
          <p:cNvSpPr/>
          <p:nvPr/>
        </p:nvSpPr>
        <p:spPr>
          <a:xfrm>
            <a:off x="965950" y="551298"/>
            <a:ext cx="194190" cy="192685"/>
          </a:xfrm>
          <a:custGeom>
            <a:avLst/>
            <a:gdLst/>
            <a:ahLst/>
            <a:cxnLst/>
            <a:rect l="l" t="t" r="r" b="b"/>
            <a:pathLst>
              <a:path w="129" h="128" extrusionOk="0">
                <a:moveTo>
                  <a:pt x="129" y="52"/>
                </a:moveTo>
                <a:lnTo>
                  <a:pt x="76" y="128"/>
                </a:lnTo>
                <a:lnTo>
                  <a:pt x="0" y="76"/>
                </a:lnTo>
                <a:lnTo>
                  <a:pt x="53" y="0"/>
                </a:lnTo>
                <a:lnTo>
                  <a:pt x="129" y="5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88" name="Google Shape;688;p35"/>
          <p:cNvGrpSpPr/>
          <p:nvPr/>
        </p:nvGrpSpPr>
        <p:grpSpPr>
          <a:xfrm rot="6107558">
            <a:off x="1465782" y="1506190"/>
            <a:ext cx="219906" cy="194211"/>
            <a:chOff x="8617855" y="966235"/>
            <a:chExt cx="62230" cy="54957"/>
          </a:xfrm>
        </p:grpSpPr>
        <p:sp>
          <p:nvSpPr>
            <p:cNvPr id="689" name="Google Shape;689;p35"/>
            <p:cNvSpPr/>
            <p:nvPr/>
          </p:nvSpPr>
          <p:spPr>
            <a:xfrm>
              <a:off x="8646141" y="966235"/>
              <a:ext cx="33944" cy="34752"/>
            </a:xfrm>
            <a:custGeom>
              <a:avLst/>
              <a:gdLst/>
              <a:ahLst/>
              <a:cxnLst/>
              <a:rect l="l" t="t" r="r" b="b"/>
              <a:pathLst>
                <a:path w="42" h="43" extrusionOk="0">
                  <a:moveTo>
                    <a:pt x="21" y="14"/>
                  </a:moveTo>
                  <a:lnTo>
                    <a:pt x="42" y="0"/>
                  </a:lnTo>
                  <a:lnTo>
                    <a:pt x="29" y="22"/>
                  </a:lnTo>
                  <a:lnTo>
                    <a:pt x="42" y="43"/>
                  </a:lnTo>
                  <a:lnTo>
                    <a:pt x="21" y="28"/>
                  </a:lnTo>
                  <a:lnTo>
                    <a:pt x="0" y="43"/>
                  </a:lnTo>
                  <a:lnTo>
                    <a:pt x="14" y="22"/>
                  </a:lnTo>
                  <a:lnTo>
                    <a:pt x="0" y="0"/>
                  </a:lnTo>
                  <a:lnTo>
                    <a:pt x="21" y="1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90" name="Google Shape;690;p35"/>
            <p:cNvSpPr/>
            <p:nvPr/>
          </p:nvSpPr>
          <p:spPr>
            <a:xfrm>
              <a:off x="8617855" y="998563"/>
              <a:ext cx="23437" cy="22629"/>
            </a:xfrm>
            <a:custGeom>
              <a:avLst/>
              <a:gdLst/>
              <a:ahLst/>
              <a:cxnLst/>
              <a:rect l="l" t="t" r="r" b="b"/>
              <a:pathLst>
                <a:path w="29" h="28" extrusionOk="0">
                  <a:moveTo>
                    <a:pt x="16" y="17"/>
                  </a:moveTo>
                  <a:lnTo>
                    <a:pt x="9" y="28"/>
                  </a:lnTo>
                  <a:lnTo>
                    <a:pt x="12" y="15"/>
                  </a:lnTo>
                  <a:lnTo>
                    <a:pt x="0" y="7"/>
                  </a:lnTo>
                  <a:lnTo>
                    <a:pt x="13" y="10"/>
                  </a:lnTo>
                  <a:lnTo>
                    <a:pt x="21" y="0"/>
                  </a:lnTo>
                  <a:lnTo>
                    <a:pt x="18" y="12"/>
                  </a:lnTo>
                  <a:lnTo>
                    <a:pt x="29" y="20"/>
                  </a:lnTo>
                  <a:lnTo>
                    <a:pt x="16" y="17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1" name="Google Shape;691;p35"/>
          <p:cNvGrpSpPr/>
          <p:nvPr/>
        </p:nvGrpSpPr>
        <p:grpSpPr>
          <a:xfrm>
            <a:off x="1160142" y="1208198"/>
            <a:ext cx="2800692" cy="3180875"/>
            <a:chOff x="1160142" y="1208198"/>
            <a:chExt cx="2800692" cy="3180875"/>
          </a:xfrm>
        </p:grpSpPr>
        <p:grpSp>
          <p:nvGrpSpPr>
            <p:cNvPr id="692" name="Google Shape;692;p35"/>
            <p:cNvGrpSpPr/>
            <p:nvPr/>
          </p:nvGrpSpPr>
          <p:grpSpPr>
            <a:xfrm rot="-1799981">
              <a:off x="3174589" y="3306884"/>
              <a:ext cx="219909" cy="194209"/>
              <a:chOff x="8617855" y="966235"/>
              <a:chExt cx="62230" cy="54957"/>
            </a:xfrm>
          </p:grpSpPr>
          <p:sp>
            <p:nvSpPr>
              <p:cNvPr id="693" name="Google Shape;693;p35"/>
              <p:cNvSpPr/>
              <p:nvPr/>
            </p:nvSpPr>
            <p:spPr>
              <a:xfrm>
                <a:off x="8646141" y="966235"/>
                <a:ext cx="33944" cy="34752"/>
              </a:xfrm>
              <a:custGeom>
                <a:avLst/>
                <a:gdLst/>
                <a:ahLst/>
                <a:cxnLst/>
                <a:rect l="l" t="t" r="r" b="b"/>
                <a:pathLst>
                  <a:path w="42" h="43" extrusionOk="0">
                    <a:moveTo>
                      <a:pt x="21" y="14"/>
                    </a:moveTo>
                    <a:lnTo>
                      <a:pt x="42" y="0"/>
                    </a:lnTo>
                    <a:lnTo>
                      <a:pt x="29" y="22"/>
                    </a:lnTo>
                    <a:lnTo>
                      <a:pt x="42" y="43"/>
                    </a:lnTo>
                    <a:lnTo>
                      <a:pt x="21" y="28"/>
                    </a:lnTo>
                    <a:lnTo>
                      <a:pt x="0" y="43"/>
                    </a:lnTo>
                    <a:lnTo>
                      <a:pt x="14" y="22"/>
                    </a:lnTo>
                    <a:lnTo>
                      <a:pt x="0" y="0"/>
                    </a:lnTo>
                    <a:lnTo>
                      <a:pt x="21" y="1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35"/>
              <p:cNvSpPr/>
              <p:nvPr/>
            </p:nvSpPr>
            <p:spPr>
              <a:xfrm>
                <a:off x="8617855" y="998563"/>
                <a:ext cx="23437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29" h="28" extrusionOk="0">
                    <a:moveTo>
                      <a:pt x="16" y="17"/>
                    </a:moveTo>
                    <a:lnTo>
                      <a:pt x="9" y="28"/>
                    </a:lnTo>
                    <a:lnTo>
                      <a:pt x="12" y="15"/>
                    </a:lnTo>
                    <a:lnTo>
                      <a:pt x="0" y="7"/>
                    </a:lnTo>
                    <a:lnTo>
                      <a:pt x="13" y="10"/>
                    </a:lnTo>
                    <a:lnTo>
                      <a:pt x="21" y="0"/>
                    </a:lnTo>
                    <a:lnTo>
                      <a:pt x="18" y="12"/>
                    </a:lnTo>
                    <a:lnTo>
                      <a:pt x="29" y="20"/>
                    </a:lnTo>
                    <a:lnTo>
                      <a:pt x="16" y="1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" name="Google Shape;695;p35"/>
            <p:cNvGrpSpPr/>
            <p:nvPr/>
          </p:nvGrpSpPr>
          <p:grpSpPr>
            <a:xfrm rot="921106">
              <a:off x="1479658" y="1446081"/>
              <a:ext cx="2161660" cy="2705109"/>
              <a:chOff x="1262746" y="1133720"/>
              <a:chExt cx="2504541" cy="3134191"/>
            </a:xfrm>
          </p:grpSpPr>
          <p:sp>
            <p:nvSpPr>
              <p:cNvPr id="696" name="Google Shape;696;p35"/>
              <p:cNvSpPr/>
              <p:nvPr/>
            </p:nvSpPr>
            <p:spPr>
              <a:xfrm>
                <a:off x="1356928" y="1281971"/>
                <a:ext cx="800546" cy="1177284"/>
              </a:xfrm>
              <a:custGeom>
                <a:avLst/>
                <a:gdLst/>
                <a:ahLst/>
                <a:cxnLst/>
                <a:rect l="l" t="t" r="r" b="b"/>
                <a:pathLst>
                  <a:path w="356" h="524" extrusionOk="0">
                    <a:moveTo>
                      <a:pt x="356" y="0"/>
                    </a:moveTo>
                    <a:cubicBezTo>
                      <a:pt x="183" y="505"/>
                      <a:pt x="183" y="505"/>
                      <a:pt x="183" y="505"/>
                    </a:cubicBezTo>
                    <a:cubicBezTo>
                      <a:pt x="150" y="524"/>
                      <a:pt x="150" y="524"/>
                      <a:pt x="150" y="524"/>
                    </a:cubicBezTo>
                    <a:cubicBezTo>
                      <a:pt x="6" y="164"/>
                      <a:pt x="6" y="164"/>
                      <a:pt x="6" y="164"/>
                    </a:cubicBezTo>
                    <a:cubicBezTo>
                      <a:pt x="0" y="151"/>
                      <a:pt x="0" y="137"/>
                      <a:pt x="4" y="126"/>
                    </a:cubicBezTo>
                    <a:cubicBezTo>
                      <a:pt x="7" y="118"/>
                      <a:pt x="12" y="112"/>
                      <a:pt x="18" y="10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53" y="86"/>
                      <a:pt x="56" y="85"/>
                      <a:pt x="59" y="84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78" y="55"/>
                      <a:pt x="186" y="74"/>
                    </a:cubicBezTo>
                    <a:cubicBezTo>
                      <a:pt x="194" y="93"/>
                      <a:pt x="208" y="93"/>
                      <a:pt x="220" y="89"/>
                    </a:cubicBezTo>
                    <a:cubicBezTo>
                      <a:pt x="233" y="86"/>
                      <a:pt x="256" y="80"/>
                      <a:pt x="257" y="79"/>
                    </a:cubicBezTo>
                    <a:cubicBezTo>
                      <a:pt x="258" y="79"/>
                      <a:pt x="269" y="76"/>
                      <a:pt x="280" y="73"/>
                    </a:cubicBezTo>
                    <a:cubicBezTo>
                      <a:pt x="280" y="69"/>
                      <a:pt x="280" y="64"/>
                      <a:pt x="278" y="59"/>
                    </a:cubicBezTo>
                    <a:cubicBezTo>
                      <a:pt x="271" y="41"/>
                      <a:pt x="282" y="33"/>
                      <a:pt x="285" y="31"/>
                    </a:cubicBezTo>
                    <a:cubicBezTo>
                      <a:pt x="316" y="12"/>
                      <a:pt x="316" y="12"/>
                      <a:pt x="316" y="12"/>
                    </a:cubicBezTo>
                    <a:cubicBezTo>
                      <a:pt x="316" y="12"/>
                      <a:pt x="316" y="12"/>
                      <a:pt x="316" y="12"/>
                    </a:cubicBezTo>
                    <a:cubicBezTo>
                      <a:pt x="317" y="12"/>
                      <a:pt x="317" y="12"/>
                      <a:pt x="317" y="12"/>
                    </a:cubicBezTo>
                    <a:cubicBezTo>
                      <a:pt x="317" y="12"/>
                      <a:pt x="317" y="12"/>
                      <a:pt x="317" y="12"/>
                    </a:cubicBezTo>
                    <a:cubicBezTo>
                      <a:pt x="318" y="11"/>
                      <a:pt x="318" y="11"/>
                      <a:pt x="318" y="11"/>
                    </a:cubicBezTo>
                    <a:lnTo>
                      <a:pt x="35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35"/>
              <p:cNvSpPr/>
              <p:nvPr/>
            </p:nvSpPr>
            <p:spPr>
              <a:xfrm>
                <a:off x="2223751" y="2262169"/>
                <a:ext cx="692412" cy="1801681"/>
              </a:xfrm>
              <a:custGeom>
                <a:avLst/>
                <a:gdLst/>
                <a:ahLst/>
                <a:cxnLst/>
                <a:rect l="l" t="t" r="r" b="b"/>
                <a:pathLst>
                  <a:path w="308" h="802" extrusionOk="0">
                    <a:moveTo>
                      <a:pt x="308" y="126"/>
                    </a:moveTo>
                    <a:cubicBezTo>
                      <a:pt x="74" y="802"/>
                      <a:pt x="74" y="802"/>
                      <a:pt x="74" y="802"/>
                    </a:cubicBezTo>
                    <a:cubicBezTo>
                      <a:pt x="58" y="797"/>
                      <a:pt x="43" y="783"/>
                      <a:pt x="35" y="764"/>
                    </a:cubicBezTo>
                    <a:cubicBezTo>
                      <a:pt x="0" y="676"/>
                      <a:pt x="0" y="676"/>
                      <a:pt x="0" y="676"/>
                    </a:cubicBezTo>
                    <a:cubicBezTo>
                      <a:pt x="32" y="656"/>
                      <a:pt x="32" y="656"/>
                      <a:pt x="32" y="656"/>
                    </a:cubicBezTo>
                    <a:cubicBezTo>
                      <a:pt x="258" y="0"/>
                      <a:pt x="258" y="0"/>
                      <a:pt x="258" y="0"/>
                    </a:cubicBezTo>
                    <a:lnTo>
                      <a:pt x="308" y="12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35"/>
              <p:cNvSpPr/>
              <p:nvPr/>
            </p:nvSpPr>
            <p:spPr>
              <a:xfrm>
                <a:off x="2994647" y="3353991"/>
                <a:ext cx="388937" cy="552887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46" extrusionOk="0">
                    <a:moveTo>
                      <a:pt x="151" y="192"/>
                    </a:moveTo>
                    <a:cubicBezTo>
                      <a:pt x="119" y="211"/>
                      <a:pt x="119" y="211"/>
                      <a:pt x="119" y="211"/>
                    </a:cubicBezTo>
                    <a:cubicBezTo>
                      <a:pt x="117" y="213"/>
                      <a:pt x="114" y="214"/>
                      <a:pt x="111" y="215"/>
                    </a:cubicBezTo>
                    <a:cubicBezTo>
                      <a:pt x="0" y="246"/>
                      <a:pt x="0" y="246"/>
                      <a:pt x="0" y="246"/>
                    </a:cubicBezTo>
                    <a:cubicBezTo>
                      <a:pt x="32" y="227"/>
                      <a:pt x="32" y="227"/>
                      <a:pt x="32" y="227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64" y="135"/>
                      <a:pt x="164" y="135"/>
                      <a:pt x="164" y="135"/>
                    </a:cubicBezTo>
                    <a:cubicBezTo>
                      <a:pt x="173" y="158"/>
                      <a:pt x="168" y="182"/>
                      <a:pt x="151" y="19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35"/>
              <p:cNvSpPr/>
              <p:nvPr/>
            </p:nvSpPr>
            <p:spPr>
              <a:xfrm>
                <a:off x="1977831" y="1646493"/>
                <a:ext cx="826708" cy="2134809"/>
              </a:xfrm>
              <a:custGeom>
                <a:avLst/>
                <a:gdLst/>
                <a:ahLst/>
                <a:cxnLst/>
                <a:rect l="l" t="t" r="r" b="b"/>
                <a:pathLst>
                  <a:path w="474" h="1224" extrusionOk="0">
                    <a:moveTo>
                      <a:pt x="474" y="353"/>
                    </a:moveTo>
                    <a:lnTo>
                      <a:pt x="183" y="1198"/>
                    </a:lnTo>
                    <a:lnTo>
                      <a:pt x="141" y="1224"/>
                    </a:lnTo>
                    <a:lnTo>
                      <a:pt x="141" y="1224"/>
                    </a:lnTo>
                    <a:lnTo>
                      <a:pt x="0" y="871"/>
                    </a:lnTo>
                    <a:lnTo>
                      <a:pt x="41" y="845"/>
                    </a:lnTo>
                    <a:lnTo>
                      <a:pt x="332" y="0"/>
                    </a:lnTo>
                    <a:lnTo>
                      <a:pt x="474" y="35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0" name="Google Shape;700;p35"/>
              <p:cNvSpPr/>
              <p:nvPr/>
            </p:nvSpPr>
            <p:spPr>
              <a:xfrm>
                <a:off x="1695285" y="1231391"/>
                <a:ext cx="861589" cy="1934234"/>
              </a:xfrm>
              <a:custGeom>
                <a:avLst/>
                <a:gdLst/>
                <a:ahLst/>
                <a:cxnLst/>
                <a:rect l="l" t="t" r="r" b="b"/>
                <a:pathLst>
                  <a:path w="384" h="861" extrusionOk="0">
                    <a:moveTo>
                      <a:pt x="384" y="185"/>
                    </a:moveTo>
                    <a:cubicBezTo>
                      <a:pt x="158" y="841"/>
                      <a:pt x="158" y="841"/>
                      <a:pt x="158" y="841"/>
                    </a:cubicBezTo>
                    <a:cubicBezTo>
                      <a:pt x="126" y="861"/>
                      <a:pt x="126" y="861"/>
                      <a:pt x="126" y="861"/>
                    </a:cubicBezTo>
                    <a:cubicBezTo>
                      <a:pt x="0" y="547"/>
                      <a:pt x="0" y="547"/>
                      <a:pt x="0" y="547"/>
                    </a:cubicBezTo>
                    <a:cubicBezTo>
                      <a:pt x="33" y="528"/>
                      <a:pt x="33" y="528"/>
                      <a:pt x="33" y="528"/>
                    </a:cubicBezTo>
                    <a:cubicBezTo>
                      <a:pt x="206" y="23"/>
                      <a:pt x="206" y="23"/>
                      <a:pt x="206" y="23"/>
                    </a:cubicBezTo>
                    <a:cubicBezTo>
                      <a:pt x="268" y="6"/>
                      <a:pt x="268" y="6"/>
                      <a:pt x="268" y="6"/>
                    </a:cubicBezTo>
                    <a:cubicBezTo>
                      <a:pt x="290" y="0"/>
                      <a:pt x="317" y="17"/>
                      <a:pt x="328" y="44"/>
                    </a:cubicBezTo>
                    <a:lnTo>
                      <a:pt x="384" y="18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1" name="Google Shape;701;p35"/>
              <p:cNvSpPr/>
              <p:nvPr/>
            </p:nvSpPr>
            <p:spPr>
              <a:xfrm>
                <a:off x="2391185" y="2544717"/>
                <a:ext cx="851125" cy="1522620"/>
              </a:xfrm>
              <a:custGeom>
                <a:avLst/>
                <a:gdLst/>
                <a:ahLst/>
                <a:cxnLst/>
                <a:rect l="l" t="t" r="r" b="b"/>
                <a:pathLst>
                  <a:path w="379" h="678" extrusionOk="0">
                    <a:moveTo>
                      <a:pt x="379" y="360"/>
                    </a:moveTo>
                    <a:cubicBezTo>
                      <a:pt x="301" y="587"/>
                      <a:pt x="301" y="587"/>
                      <a:pt x="301" y="587"/>
                    </a:cubicBezTo>
                    <a:cubicBezTo>
                      <a:pt x="269" y="606"/>
                      <a:pt x="269" y="606"/>
                      <a:pt x="269" y="606"/>
                    </a:cubicBezTo>
                    <a:cubicBezTo>
                      <a:pt x="21" y="676"/>
                      <a:pt x="21" y="676"/>
                      <a:pt x="21" y="676"/>
                    </a:cubicBezTo>
                    <a:cubicBezTo>
                      <a:pt x="15" y="678"/>
                      <a:pt x="7" y="678"/>
                      <a:pt x="0" y="676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47" y="32"/>
                      <a:pt x="247" y="32"/>
                      <a:pt x="247" y="32"/>
                    </a:cubicBezTo>
                    <a:lnTo>
                      <a:pt x="379" y="3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2" name="Google Shape;702;p35"/>
              <p:cNvSpPr/>
              <p:nvPr/>
            </p:nvSpPr>
            <p:spPr>
              <a:xfrm>
                <a:off x="2337118" y="1336039"/>
                <a:ext cx="29650" cy="45347"/>
              </a:xfrm>
              <a:custGeom>
                <a:avLst/>
                <a:gdLst/>
                <a:ahLst/>
                <a:cxnLst/>
                <a:rect l="l" t="t" r="r" b="b"/>
                <a:pathLst>
                  <a:path w="17" h="26" extrusionOk="0">
                    <a:moveTo>
                      <a:pt x="8" y="0"/>
                    </a:moveTo>
                    <a:lnTo>
                      <a:pt x="17" y="24"/>
                    </a:lnTo>
                    <a:lnTo>
                      <a:pt x="11" y="25"/>
                    </a:lnTo>
                    <a:lnTo>
                      <a:pt x="10" y="26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3" name="Google Shape;703;p35"/>
              <p:cNvSpPr/>
              <p:nvPr/>
            </p:nvSpPr>
            <p:spPr>
              <a:xfrm>
                <a:off x="2202822" y="1320342"/>
                <a:ext cx="158714" cy="115112"/>
              </a:xfrm>
              <a:custGeom>
                <a:avLst/>
                <a:gdLst/>
                <a:ahLst/>
                <a:cxnLst/>
                <a:rect l="l" t="t" r="r" b="b"/>
                <a:pathLst>
                  <a:path w="71" h="51" extrusionOk="0">
                    <a:moveTo>
                      <a:pt x="60" y="8"/>
                    </a:moveTo>
                    <a:cubicBezTo>
                      <a:pt x="68" y="27"/>
                      <a:pt x="68" y="27"/>
                      <a:pt x="68" y="27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1" y="31"/>
                      <a:pt x="69" y="36"/>
                      <a:pt x="65" y="37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6" y="51"/>
                      <a:pt x="11" y="48"/>
                      <a:pt x="9" y="43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0"/>
                      <a:pt x="1" y="15"/>
                      <a:pt x="5" y="1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5" y="0"/>
                      <a:pt x="60" y="3"/>
                      <a:pt x="62" y="8"/>
                    </a:cubicBezTo>
                    <a:lnTo>
                      <a:pt x="60" y="8"/>
                    </a:lnTo>
                    <a:close/>
                    <a:moveTo>
                      <a:pt x="66" y="27"/>
                    </a:moveTo>
                    <a:cubicBezTo>
                      <a:pt x="59" y="9"/>
                      <a:pt x="59" y="9"/>
                      <a:pt x="59" y="9"/>
                    </a:cubicBezTo>
                    <a:cubicBezTo>
                      <a:pt x="58" y="6"/>
                      <a:pt x="55" y="4"/>
                      <a:pt x="52" y="5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5" y="19"/>
                      <a:pt x="4" y="21"/>
                      <a:pt x="5" y="24"/>
                    </a:cubicBez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5"/>
                      <a:pt x="16" y="47"/>
                      <a:pt x="18" y="46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6" y="33"/>
                      <a:pt x="67" y="30"/>
                      <a:pt x="66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4" name="Google Shape;704;p35"/>
              <p:cNvSpPr/>
              <p:nvPr/>
            </p:nvSpPr>
            <p:spPr>
              <a:xfrm>
                <a:off x="1930741" y="1381386"/>
                <a:ext cx="73253" cy="47092"/>
              </a:xfrm>
              <a:custGeom>
                <a:avLst/>
                <a:gdLst/>
                <a:ahLst/>
                <a:cxnLst/>
                <a:rect l="l" t="t" r="r" b="b"/>
                <a:pathLst>
                  <a:path w="33" h="21" extrusionOk="0">
                    <a:moveTo>
                      <a:pt x="1" y="2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10" y="14"/>
                      <a:pt x="21" y="7"/>
                      <a:pt x="32" y="1"/>
                    </a:cubicBezTo>
                    <a:cubicBezTo>
                      <a:pt x="32" y="1"/>
                      <a:pt x="33" y="1"/>
                      <a:pt x="33" y="0"/>
                    </a:cubicBezTo>
                    <a:cubicBezTo>
                      <a:pt x="23" y="6"/>
                      <a:pt x="10" y="14"/>
                      <a:pt x="1" y="20"/>
                    </a:cubicBezTo>
                    <a:close/>
                  </a:path>
                </a:pathLst>
              </a:custGeom>
              <a:solidFill>
                <a:srgbClr val="5157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5" name="Google Shape;705;p35"/>
              <p:cNvSpPr/>
              <p:nvPr/>
            </p:nvSpPr>
            <p:spPr>
              <a:xfrm>
                <a:off x="1930741" y="1383131"/>
                <a:ext cx="71509" cy="45347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" extrusionOk="0"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10" y="13"/>
                      <a:pt x="21" y="6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1" y="6"/>
                      <a:pt x="10" y="13"/>
                      <a:pt x="0" y="20"/>
                    </a:cubicBezTo>
                    <a:close/>
                  </a:path>
                </a:pathLst>
              </a:custGeom>
              <a:solidFill>
                <a:srgbClr val="5157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6" name="Google Shape;706;p35"/>
              <p:cNvSpPr/>
              <p:nvPr/>
            </p:nvSpPr>
            <p:spPr>
              <a:xfrm>
                <a:off x="1965623" y="1349992"/>
                <a:ext cx="54068" cy="54068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8" y="1"/>
                    </a:moveTo>
                    <a:cubicBezTo>
                      <a:pt x="13" y="0"/>
                      <a:pt x="19" y="3"/>
                      <a:pt x="21" y="9"/>
                    </a:cubicBezTo>
                    <a:cubicBezTo>
                      <a:pt x="24" y="15"/>
                      <a:pt x="22" y="21"/>
                      <a:pt x="16" y="23"/>
                    </a:cubicBezTo>
                    <a:cubicBezTo>
                      <a:pt x="11" y="24"/>
                      <a:pt x="5" y="21"/>
                      <a:pt x="3" y="15"/>
                    </a:cubicBezTo>
                    <a:cubicBezTo>
                      <a:pt x="0" y="9"/>
                      <a:pt x="2" y="3"/>
                      <a:pt x="8" y="1"/>
                    </a:cubicBezTo>
                    <a:close/>
                    <a:moveTo>
                      <a:pt x="16" y="15"/>
                    </a:moveTo>
                    <a:cubicBezTo>
                      <a:pt x="19" y="14"/>
                      <a:pt x="20" y="11"/>
                      <a:pt x="18" y="8"/>
                    </a:cubicBezTo>
                    <a:cubicBezTo>
                      <a:pt x="17" y="4"/>
                      <a:pt x="14" y="2"/>
                      <a:pt x="11" y="3"/>
                    </a:cubicBezTo>
                    <a:cubicBezTo>
                      <a:pt x="9" y="4"/>
                      <a:pt x="8" y="7"/>
                      <a:pt x="9" y="10"/>
                    </a:cubicBezTo>
                    <a:cubicBezTo>
                      <a:pt x="10" y="14"/>
                      <a:pt x="13" y="16"/>
                      <a:pt x="16" y="1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7" name="Google Shape;707;p35"/>
              <p:cNvSpPr/>
              <p:nvPr/>
            </p:nvSpPr>
            <p:spPr>
              <a:xfrm>
                <a:off x="1867953" y="1411037"/>
                <a:ext cx="73253" cy="45347"/>
              </a:xfrm>
              <a:custGeom>
                <a:avLst/>
                <a:gdLst/>
                <a:ahLst/>
                <a:cxnLst/>
                <a:rect l="l" t="t" r="r" b="b"/>
                <a:pathLst>
                  <a:path w="33" h="20" extrusionOk="0">
                    <a:moveTo>
                      <a:pt x="0" y="20"/>
                    </a:moveTo>
                    <a:cubicBezTo>
                      <a:pt x="11" y="13"/>
                      <a:pt x="21" y="7"/>
                      <a:pt x="32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8" name="Google Shape;708;p35"/>
              <p:cNvSpPr/>
              <p:nvPr/>
            </p:nvSpPr>
            <p:spPr>
              <a:xfrm>
                <a:off x="1820861" y="1411037"/>
                <a:ext cx="118599" cy="57557"/>
              </a:xfrm>
              <a:custGeom>
                <a:avLst/>
                <a:gdLst/>
                <a:ahLst/>
                <a:cxnLst/>
                <a:rect l="l" t="t" r="r" b="b"/>
                <a:pathLst>
                  <a:path w="68" h="33" extrusionOk="0">
                    <a:moveTo>
                      <a:pt x="68" y="0"/>
                    </a:moveTo>
                    <a:lnTo>
                      <a:pt x="27" y="26"/>
                    </a:lnTo>
                    <a:lnTo>
                      <a:pt x="0" y="33"/>
                    </a:lnTo>
                    <a:lnTo>
                      <a:pt x="42" y="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09" name="Google Shape;709;p35"/>
              <p:cNvSpPr/>
              <p:nvPr/>
            </p:nvSpPr>
            <p:spPr>
              <a:xfrm>
                <a:off x="1794700" y="1381386"/>
                <a:ext cx="80229" cy="62788"/>
              </a:xfrm>
              <a:custGeom>
                <a:avLst/>
                <a:gdLst/>
                <a:ahLst/>
                <a:cxnLst/>
                <a:rect l="l" t="t" r="r" b="b"/>
                <a:pathLst>
                  <a:path w="35" h="28" extrusionOk="0">
                    <a:moveTo>
                      <a:pt x="3" y="2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33" y="2"/>
                      <a:pt x="32" y="5"/>
                      <a:pt x="33" y="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24"/>
                      <a:pt x="1" y="21"/>
                      <a:pt x="3" y="20"/>
                    </a:cubicBez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0" name="Google Shape;710;p35"/>
              <p:cNvSpPr/>
              <p:nvPr/>
            </p:nvSpPr>
            <p:spPr>
              <a:xfrm>
                <a:off x="1798188" y="1398827"/>
                <a:ext cx="78485" cy="59300"/>
              </a:xfrm>
              <a:custGeom>
                <a:avLst/>
                <a:gdLst/>
                <a:ahLst/>
                <a:cxnLst/>
                <a:rect l="l" t="t" r="r" b="b"/>
                <a:pathLst>
                  <a:path w="45" h="34" extrusionOk="0">
                    <a:moveTo>
                      <a:pt x="45" y="8"/>
                    </a:moveTo>
                    <a:lnTo>
                      <a:pt x="4" y="34"/>
                    </a:lnTo>
                    <a:lnTo>
                      <a:pt x="0" y="26"/>
                    </a:lnTo>
                    <a:lnTo>
                      <a:pt x="41" y="0"/>
                    </a:lnTo>
                    <a:lnTo>
                      <a:pt x="45" y="8"/>
                    </a:ln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1" name="Google Shape;711;p35"/>
              <p:cNvSpPr/>
              <p:nvPr/>
            </p:nvSpPr>
            <p:spPr>
              <a:xfrm>
                <a:off x="1805165" y="1412780"/>
                <a:ext cx="88950" cy="59300"/>
              </a:xfrm>
              <a:custGeom>
                <a:avLst/>
                <a:gdLst/>
                <a:ahLst/>
                <a:cxnLst/>
                <a:rect l="l" t="t" r="r" b="b"/>
                <a:pathLst>
                  <a:path w="40" h="26" extrusionOk="0">
                    <a:moveTo>
                      <a:pt x="0" y="20"/>
                    </a:moveTo>
                    <a:cubicBezTo>
                      <a:pt x="10" y="13"/>
                      <a:pt x="21" y="7"/>
                      <a:pt x="32" y="0"/>
                    </a:cubicBezTo>
                    <a:cubicBezTo>
                      <a:pt x="33" y="4"/>
                      <a:pt x="37" y="6"/>
                      <a:pt x="40" y="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4" y="26"/>
                      <a:pt x="1" y="23"/>
                      <a:pt x="0" y="20"/>
                    </a:cubicBez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2" name="Google Shape;712;p35"/>
              <p:cNvSpPr/>
              <p:nvPr/>
            </p:nvSpPr>
            <p:spPr>
              <a:xfrm>
                <a:off x="1867953" y="1365689"/>
                <a:ext cx="80229" cy="61045"/>
              </a:xfrm>
              <a:custGeom>
                <a:avLst/>
                <a:gdLst/>
                <a:ahLst/>
                <a:cxnLst/>
                <a:rect l="l" t="t" r="r" b="b"/>
                <a:pathLst>
                  <a:path w="36" h="27" extrusionOk="0">
                    <a:moveTo>
                      <a:pt x="25" y="1"/>
                    </a:moveTo>
                    <a:cubicBezTo>
                      <a:pt x="27" y="0"/>
                      <a:pt x="31" y="3"/>
                      <a:pt x="32" y="6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6" y="16"/>
                      <a:pt x="35" y="19"/>
                      <a:pt x="32" y="20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9" y="27"/>
                      <a:pt x="5" y="25"/>
                      <a:pt x="4" y="21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1"/>
                      <a:pt x="1" y="8"/>
                      <a:pt x="4" y="7"/>
                    </a:cubicBez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3" name="Google Shape;713;p35"/>
              <p:cNvSpPr/>
              <p:nvPr/>
            </p:nvSpPr>
            <p:spPr>
              <a:xfrm>
                <a:off x="2262121" y="1161626"/>
                <a:ext cx="1224366" cy="2794086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244" extrusionOk="0">
                    <a:moveTo>
                      <a:pt x="4" y="9"/>
                    </a:moveTo>
                    <a:cubicBezTo>
                      <a:pt x="37" y="0"/>
                      <a:pt x="76" y="24"/>
                      <a:pt x="92" y="64"/>
                    </a:cubicBezTo>
                    <a:cubicBezTo>
                      <a:pt x="529" y="1154"/>
                      <a:pt x="529" y="1154"/>
                      <a:pt x="529" y="1154"/>
                    </a:cubicBezTo>
                    <a:cubicBezTo>
                      <a:pt x="545" y="1194"/>
                      <a:pt x="532" y="1233"/>
                      <a:pt x="499" y="1243"/>
                    </a:cubicBezTo>
                    <a:cubicBezTo>
                      <a:pt x="494" y="1244"/>
                      <a:pt x="494" y="1244"/>
                      <a:pt x="494" y="1244"/>
                    </a:cubicBezTo>
                    <a:cubicBezTo>
                      <a:pt x="491" y="1234"/>
                      <a:pt x="491" y="1234"/>
                      <a:pt x="491" y="1234"/>
                    </a:cubicBezTo>
                    <a:cubicBezTo>
                      <a:pt x="520" y="1226"/>
                      <a:pt x="533" y="1190"/>
                      <a:pt x="518" y="1153"/>
                    </a:cubicBezTo>
                    <a:cubicBezTo>
                      <a:pt x="500" y="1108"/>
                      <a:pt x="500" y="1108"/>
                      <a:pt x="500" y="1108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68" y="31"/>
                      <a:pt x="32" y="9"/>
                      <a:pt x="2" y="17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4" name="Google Shape;714;p35"/>
              <p:cNvSpPr/>
              <p:nvPr/>
            </p:nvSpPr>
            <p:spPr>
              <a:xfrm>
                <a:off x="1794700" y="1395339"/>
                <a:ext cx="61044" cy="64533"/>
              </a:xfrm>
              <a:custGeom>
                <a:avLst/>
                <a:gdLst/>
                <a:ahLst/>
                <a:cxnLst/>
                <a:rect l="l" t="t" r="r" b="b"/>
                <a:pathLst>
                  <a:path w="27" h="29" extrusionOk="0">
                    <a:moveTo>
                      <a:pt x="8" y="2"/>
                    </a:moveTo>
                    <a:cubicBezTo>
                      <a:pt x="14" y="0"/>
                      <a:pt x="21" y="5"/>
                      <a:pt x="24" y="12"/>
                    </a:cubicBezTo>
                    <a:cubicBezTo>
                      <a:pt x="27" y="19"/>
                      <a:pt x="24" y="26"/>
                      <a:pt x="18" y="27"/>
                    </a:cubicBezTo>
                    <a:cubicBezTo>
                      <a:pt x="13" y="29"/>
                      <a:pt x="6" y="24"/>
                      <a:pt x="3" y="17"/>
                    </a:cubicBezTo>
                    <a:cubicBezTo>
                      <a:pt x="0" y="10"/>
                      <a:pt x="2" y="3"/>
                      <a:pt x="8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35"/>
              <p:cNvSpPr/>
              <p:nvPr/>
            </p:nvSpPr>
            <p:spPr>
              <a:xfrm>
                <a:off x="1489480" y="1568008"/>
                <a:ext cx="34882" cy="55812"/>
              </a:xfrm>
              <a:custGeom>
                <a:avLst/>
                <a:gdLst/>
                <a:ahLst/>
                <a:cxnLst/>
                <a:rect l="l" t="t" r="r" b="b"/>
                <a:pathLst>
                  <a:path w="20" h="32" extrusionOk="0">
                    <a:moveTo>
                      <a:pt x="8" y="0"/>
                    </a:moveTo>
                    <a:lnTo>
                      <a:pt x="20" y="31"/>
                    </a:lnTo>
                    <a:lnTo>
                      <a:pt x="13" y="32"/>
                    </a:lnTo>
                    <a:lnTo>
                      <a:pt x="0" y="3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35"/>
              <p:cNvSpPr/>
              <p:nvPr/>
            </p:nvSpPr>
            <p:spPr>
              <a:xfrm>
                <a:off x="1513898" y="1519172"/>
                <a:ext cx="48835" cy="95927"/>
              </a:xfrm>
              <a:custGeom>
                <a:avLst/>
                <a:gdLst/>
                <a:ahLst/>
                <a:cxnLst/>
                <a:rect l="l" t="t" r="r" b="b"/>
                <a:pathLst>
                  <a:path w="28" h="55" extrusionOk="0">
                    <a:moveTo>
                      <a:pt x="7" y="0"/>
                    </a:moveTo>
                    <a:lnTo>
                      <a:pt x="0" y="2"/>
                    </a:lnTo>
                    <a:lnTo>
                      <a:pt x="21" y="55"/>
                    </a:lnTo>
                    <a:lnTo>
                      <a:pt x="28" y="5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35"/>
              <p:cNvSpPr/>
              <p:nvPr/>
            </p:nvSpPr>
            <p:spPr>
              <a:xfrm>
                <a:off x="1526107" y="1496498"/>
                <a:ext cx="55812" cy="111624"/>
              </a:xfrm>
              <a:custGeom>
                <a:avLst/>
                <a:gdLst/>
                <a:ahLst/>
                <a:cxnLst/>
                <a:rect l="l" t="t" r="r" b="b"/>
                <a:pathLst>
                  <a:path w="32" h="64" extrusionOk="0">
                    <a:moveTo>
                      <a:pt x="6" y="0"/>
                    </a:moveTo>
                    <a:lnTo>
                      <a:pt x="32" y="63"/>
                    </a:lnTo>
                    <a:lnTo>
                      <a:pt x="26" y="6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35"/>
              <p:cNvSpPr/>
              <p:nvPr/>
            </p:nvSpPr>
            <p:spPr>
              <a:xfrm>
                <a:off x="1503433" y="1545334"/>
                <a:ext cx="38370" cy="74998"/>
              </a:xfrm>
              <a:custGeom>
                <a:avLst/>
                <a:gdLst/>
                <a:ahLst/>
                <a:cxnLst/>
                <a:rect l="l" t="t" r="r" b="b"/>
                <a:pathLst>
                  <a:path w="22" h="43" extrusionOk="0">
                    <a:moveTo>
                      <a:pt x="6" y="0"/>
                    </a:moveTo>
                    <a:lnTo>
                      <a:pt x="22" y="40"/>
                    </a:lnTo>
                    <a:lnTo>
                      <a:pt x="15" y="43"/>
                    </a:lnTo>
                    <a:lnTo>
                      <a:pt x="0" y="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35"/>
              <p:cNvSpPr/>
              <p:nvPr/>
            </p:nvSpPr>
            <p:spPr>
              <a:xfrm>
                <a:off x="1479016" y="1592425"/>
                <a:ext cx="24418" cy="36627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6" y="0"/>
                    </a:moveTo>
                    <a:lnTo>
                      <a:pt x="14" y="19"/>
                    </a:lnTo>
                    <a:lnTo>
                      <a:pt x="8" y="21"/>
                    </a:lnTo>
                    <a:lnTo>
                      <a:pt x="0" y="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35"/>
              <p:cNvSpPr/>
              <p:nvPr/>
            </p:nvSpPr>
            <p:spPr>
              <a:xfrm>
                <a:off x="1355185" y="1184300"/>
                <a:ext cx="2017934" cy="3019078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344" extrusionOk="0">
                    <a:moveTo>
                      <a:pt x="404" y="0"/>
                    </a:moveTo>
                    <a:cubicBezTo>
                      <a:pt x="406" y="7"/>
                      <a:pt x="406" y="7"/>
                      <a:pt x="406" y="7"/>
                    </a:cubicBezTo>
                    <a:cubicBezTo>
                      <a:pt x="56" y="106"/>
                      <a:pt x="56" y="106"/>
                      <a:pt x="56" y="106"/>
                    </a:cubicBezTo>
                    <a:cubicBezTo>
                      <a:pt x="26" y="114"/>
                      <a:pt x="13" y="151"/>
                      <a:pt x="28" y="187"/>
                    </a:cubicBezTo>
                    <a:cubicBezTo>
                      <a:pt x="445" y="1227"/>
                      <a:pt x="445" y="1227"/>
                      <a:pt x="445" y="1227"/>
                    </a:cubicBezTo>
                    <a:cubicBezTo>
                      <a:pt x="463" y="1273"/>
                      <a:pt x="463" y="1273"/>
                      <a:pt x="463" y="1273"/>
                    </a:cubicBezTo>
                    <a:cubicBezTo>
                      <a:pt x="478" y="1309"/>
                      <a:pt x="514" y="1331"/>
                      <a:pt x="544" y="1323"/>
                    </a:cubicBezTo>
                    <a:cubicBezTo>
                      <a:pt x="895" y="1224"/>
                      <a:pt x="895" y="1224"/>
                      <a:pt x="895" y="1224"/>
                    </a:cubicBezTo>
                    <a:cubicBezTo>
                      <a:pt x="898" y="1234"/>
                      <a:pt x="898" y="1234"/>
                      <a:pt x="898" y="1234"/>
                    </a:cubicBezTo>
                    <a:cubicBezTo>
                      <a:pt x="541" y="1334"/>
                      <a:pt x="541" y="1334"/>
                      <a:pt x="541" y="1334"/>
                    </a:cubicBezTo>
                    <a:cubicBezTo>
                      <a:pt x="509" y="1344"/>
                      <a:pt x="469" y="1319"/>
                      <a:pt x="453" y="1279"/>
                    </a:cubicBezTo>
                    <a:cubicBezTo>
                      <a:pt x="16" y="189"/>
                      <a:pt x="16" y="189"/>
                      <a:pt x="16" y="189"/>
                    </a:cubicBezTo>
                    <a:cubicBezTo>
                      <a:pt x="0" y="149"/>
                      <a:pt x="14" y="110"/>
                      <a:pt x="46" y="101"/>
                    </a:cubicBez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35"/>
              <p:cNvSpPr/>
              <p:nvPr/>
            </p:nvSpPr>
            <p:spPr>
              <a:xfrm>
                <a:off x="1339487" y="1144185"/>
                <a:ext cx="2160950" cy="3067913"/>
              </a:xfrm>
              <a:custGeom>
                <a:avLst/>
                <a:gdLst/>
                <a:ahLst/>
                <a:cxnLst/>
                <a:rect l="l" t="t" r="r" b="b"/>
                <a:pathLst>
                  <a:path w="962" h="1366" extrusionOk="0">
                    <a:moveTo>
                      <a:pt x="410" y="11"/>
                    </a:moveTo>
                    <a:cubicBezTo>
                      <a:pt x="447" y="0"/>
                      <a:pt x="492" y="29"/>
                      <a:pt x="510" y="74"/>
                    </a:cubicBezTo>
                    <a:cubicBezTo>
                      <a:pt x="944" y="1155"/>
                      <a:pt x="944" y="1155"/>
                      <a:pt x="944" y="1155"/>
                    </a:cubicBezTo>
                    <a:cubicBezTo>
                      <a:pt x="962" y="1200"/>
                      <a:pt x="946" y="1245"/>
                      <a:pt x="909" y="1255"/>
                    </a:cubicBezTo>
                    <a:cubicBezTo>
                      <a:pt x="552" y="1356"/>
                      <a:pt x="552" y="1356"/>
                      <a:pt x="552" y="1356"/>
                    </a:cubicBezTo>
                    <a:cubicBezTo>
                      <a:pt x="515" y="1366"/>
                      <a:pt x="470" y="1338"/>
                      <a:pt x="452" y="1293"/>
                    </a:cubicBezTo>
                    <a:cubicBezTo>
                      <a:pt x="18" y="212"/>
                      <a:pt x="18" y="212"/>
                      <a:pt x="18" y="212"/>
                    </a:cubicBezTo>
                    <a:cubicBezTo>
                      <a:pt x="0" y="167"/>
                      <a:pt x="16" y="122"/>
                      <a:pt x="53" y="111"/>
                    </a:cubicBezTo>
                    <a:lnTo>
                      <a:pt x="410" y="11"/>
                    </a:lnTo>
                    <a:close/>
                    <a:moveTo>
                      <a:pt x="940" y="1162"/>
                    </a:moveTo>
                    <a:cubicBezTo>
                      <a:pt x="503" y="72"/>
                      <a:pt x="503" y="72"/>
                      <a:pt x="503" y="72"/>
                    </a:cubicBezTo>
                    <a:cubicBezTo>
                      <a:pt x="487" y="32"/>
                      <a:pt x="448" y="8"/>
                      <a:pt x="415" y="17"/>
                    </a:cubicBezTo>
                    <a:cubicBezTo>
                      <a:pt x="411" y="18"/>
                      <a:pt x="411" y="18"/>
                      <a:pt x="411" y="18"/>
                    </a:cubicBezTo>
                    <a:cubicBezTo>
                      <a:pt x="53" y="119"/>
                      <a:pt x="53" y="119"/>
                      <a:pt x="53" y="119"/>
                    </a:cubicBezTo>
                    <a:cubicBezTo>
                      <a:pt x="21" y="128"/>
                      <a:pt x="7" y="167"/>
                      <a:pt x="23" y="207"/>
                    </a:cubicBezTo>
                    <a:cubicBezTo>
                      <a:pt x="460" y="1297"/>
                      <a:pt x="460" y="1297"/>
                      <a:pt x="460" y="1297"/>
                    </a:cubicBezTo>
                    <a:cubicBezTo>
                      <a:pt x="476" y="1337"/>
                      <a:pt x="516" y="1362"/>
                      <a:pt x="548" y="1352"/>
                    </a:cubicBezTo>
                    <a:cubicBezTo>
                      <a:pt x="905" y="1252"/>
                      <a:pt x="905" y="1252"/>
                      <a:pt x="905" y="1252"/>
                    </a:cubicBezTo>
                    <a:cubicBezTo>
                      <a:pt x="910" y="1251"/>
                      <a:pt x="910" y="1251"/>
                      <a:pt x="910" y="1251"/>
                    </a:cubicBezTo>
                    <a:cubicBezTo>
                      <a:pt x="943" y="1241"/>
                      <a:pt x="956" y="1202"/>
                      <a:pt x="940" y="1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35"/>
              <p:cNvSpPr/>
              <p:nvPr/>
            </p:nvSpPr>
            <p:spPr>
              <a:xfrm>
                <a:off x="1301117" y="1622075"/>
                <a:ext cx="1044722" cy="2473169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18" extrusionOk="0">
                    <a:moveTo>
                      <a:pt x="599" y="1392"/>
                    </a:moveTo>
                    <a:lnTo>
                      <a:pt x="558" y="1418"/>
                    </a:lnTo>
                    <a:lnTo>
                      <a:pt x="0" y="26"/>
                    </a:lnTo>
                    <a:lnTo>
                      <a:pt x="41" y="0"/>
                    </a:lnTo>
                    <a:lnTo>
                      <a:pt x="599" y="13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35"/>
              <p:cNvSpPr/>
              <p:nvPr/>
            </p:nvSpPr>
            <p:spPr>
              <a:xfrm>
                <a:off x="2274330" y="4049896"/>
                <a:ext cx="306963" cy="218016"/>
              </a:xfrm>
              <a:custGeom>
                <a:avLst/>
                <a:gdLst/>
                <a:ahLst/>
                <a:cxnLst/>
                <a:rect l="l" t="t" r="r" b="b"/>
                <a:pathLst>
                  <a:path w="137" h="97" extrusionOk="0">
                    <a:moveTo>
                      <a:pt x="137" y="66"/>
                    </a:moveTo>
                    <a:cubicBezTo>
                      <a:pt x="105" y="86"/>
                      <a:pt x="105" y="86"/>
                      <a:pt x="105" y="86"/>
                    </a:cubicBezTo>
                    <a:cubicBezTo>
                      <a:pt x="66" y="97"/>
                      <a:pt x="19" y="67"/>
                      <a:pt x="0" y="2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51" y="47"/>
                      <a:pt x="98" y="77"/>
                      <a:pt x="137" y="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35"/>
              <p:cNvSpPr/>
              <p:nvPr/>
            </p:nvSpPr>
            <p:spPr>
              <a:xfrm>
                <a:off x="1330767" y="1133720"/>
                <a:ext cx="2178394" cy="3088845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375" extrusionOk="0">
                    <a:moveTo>
                      <a:pt x="951" y="1158"/>
                    </a:moveTo>
                    <a:cubicBezTo>
                      <a:pt x="518" y="77"/>
                      <a:pt x="518" y="77"/>
                      <a:pt x="518" y="77"/>
                    </a:cubicBezTo>
                    <a:cubicBezTo>
                      <a:pt x="499" y="29"/>
                      <a:pt x="452" y="0"/>
                      <a:pt x="413" y="11"/>
                    </a:cubicBezTo>
                    <a:cubicBezTo>
                      <a:pt x="55" y="111"/>
                      <a:pt x="55" y="111"/>
                      <a:pt x="55" y="111"/>
                    </a:cubicBezTo>
                    <a:cubicBezTo>
                      <a:pt x="16" y="122"/>
                      <a:pt x="0" y="170"/>
                      <a:pt x="19" y="217"/>
                    </a:cubicBezTo>
                    <a:cubicBezTo>
                      <a:pt x="452" y="1298"/>
                      <a:pt x="452" y="1298"/>
                      <a:pt x="452" y="1298"/>
                    </a:cubicBezTo>
                    <a:cubicBezTo>
                      <a:pt x="471" y="1346"/>
                      <a:pt x="518" y="1375"/>
                      <a:pt x="557" y="1364"/>
                    </a:cubicBezTo>
                    <a:cubicBezTo>
                      <a:pt x="915" y="1263"/>
                      <a:pt x="915" y="1263"/>
                      <a:pt x="915" y="1263"/>
                    </a:cubicBezTo>
                    <a:cubicBezTo>
                      <a:pt x="954" y="1252"/>
                      <a:pt x="970" y="1205"/>
                      <a:pt x="951" y="1158"/>
                    </a:cubicBezTo>
                    <a:close/>
                    <a:moveTo>
                      <a:pt x="913" y="1259"/>
                    </a:moveTo>
                    <a:cubicBezTo>
                      <a:pt x="556" y="1360"/>
                      <a:pt x="556" y="1360"/>
                      <a:pt x="556" y="1360"/>
                    </a:cubicBezTo>
                    <a:cubicBezTo>
                      <a:pt x="519" y="1370"/>
                      <a:pt x="474" y="1342"/>
                      <a:pt x="456" y="1297"/>
                    </a:cubicBezTo>
                    <a:cubicBezTo>
                      <a:pt x="22" y="216"/>
                      <a:pt x="22" y="216"/>
                      <a:pt x="22" y="216"/>
                    </a:cubicBezTo>
                    <a:cubicBezTo>
                      <a:pt x="4" y="171"/>
                      <a:pt x="20" y="126"/>
                      <a:pt x="57" y="115"/>
                    </a:cubicBezTo>
                    <a:cubicBezTo>
                      <a:pt x="414" y="15"/>
                      <a:pt x="414" y="15"/>
                      <a:pt x="414" y="15"/>
                    </a:cubicBezTo>
                    <a:cubicBezTo>
                      <a:pt x="451" y="4"/>
                      <a:pt x="496" y="33"/>
                      <a:pt x="514" y="78"/>
                    </a:cubicBezTo>
                    <a:cubicBezTo>
                      <a:pt x="948" y="1159"/>
                      <a:pt x="948" y="1159"/>
                      <a:pt x="948" y="1159"/>
                    </a:cubicBezTo>
                    <a:cubicBezTo>
                      <a:pt x="966" y="1204"/>
                      <a:pt x="950" y="1249"/>
                      <a:pt x="913" y="125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35"/>
              <p:cNvSpPr/>
              <p:nvPr/>
            </p:nvSpPr>
            <p:spPr>
              <a:xfrm>
                <a:off x="2215030" y="1341272"/>
                <a:ext cx="113368" cy="80230"/>
              </a:xfrm>
              <a:custGeom>
                <a:avLst/>
                <a:gdLst/>
                <a:ahLst/>
                <a:cxnLst/>
                <a:rect l="l" t="t" r="r" b="b"/>
                <a:pathLst>
                  <a:path w="65" h="46" extrusionOk="0">
                    <a:moveTo>
                      <a:pt x="13" y="46"/>
                    </a:moveTo>
                    <a:lnTo>
                      <a:pt x="65" y="32"/>
                    </a:lnTo>
                    <a:lnTo>
                      <a:pt x="52" y="0"/>
                    </a:lnTo>
                    <a:lnTo>
                      <a:pt x="0" y="14"/>
                    </a:lnTo>
                    <a:lnTo>
                      <a:pt x="13" y="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6" name="Google Shape;726;p35"/>
              <p:cNvSpPr/>
              <p:nvPr/>
            </p:nvSpPr>
            <p:spPr>
              <a:xfrm>
                <a:off x="3313819" y="3957457"/>
                <a:ext cx="102903" cy="59300"/>
              </a:xfrm>
              <a:custGeom>
                <a:avLst/>
                <a:gdLst/>
                <a:ahLst/>
                <a:cxnLst/>
                <a:rect l="l" t="t" r="r" b="b"/>
                <a:pathLst>
                  <a:path w="46" h="26" extrusionOk="0">
                    <a:moveTo>
                      <a:pt x="46" y="0"/>
                    </a:moveTo>
                    <a:cubicBezTo>
                      <a:pt x="14" y="20"/>
                      <a:pt x="14" y="20"/>
                      <a:pt x="14" y="20"/>
                    </a:cubicBezTo>
                    <a:cubicBezTo>
                      <a:pt x="10" y="23"/>
                      <a:pt x="5" y="25"/>
                      <a:pt x="0" y="2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7" y="5"/>
                      <a:pt x="42" y="3"/>
                      <a:pt x="46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7" name="Google Shape;727;p35"/>
              <p:cNvSpPr/>
              <p:nvPr/>
            </p:nvSpPr>
            <p:spPr>
              <a:xfrm>
                <a:off x="1714471" y="1308133"/>
                <a:ext cx="357543" cy="183133"/>
              </a:xfrm>
              <a:custGeom>
                <a:avLst/>
                <a:gdLst/>
                <a:ahLst/>
                <a:cxnLst/>
                <a:rect l="l" t="t" r="r" b="b"/>
                <a:pathLst>
                  <a:path w="159" h="82" extrusionOk="0">
                    <a:moveTo>
                      <a:pt x="0" y="45"/>
                    </a:moveTo>
                    <a:cubicBezTo>
                      <a:pt x="159" y="0"/>
                      <a:pt x="159" y="0"/>
                      <a:pt x="159" y="0"/>
                    </a:cubicBezTo>
                    <a:cubicBezTo>
                      <a:pt x="158" y="1"/>
                      <a:pt x="143" y="9"/>
                      <a:pt x="151" y="28"/>
                    </a:cubicBezTo>
                    <a:cubicBezTo>
                      <a:pt x="158" y="47"/>
                      <a:pt x="146" y="55"/>
                      <a:pt x="134" y="58"/>
                    </a:cubicBezTo>
                    <a:cubicBezTo>
                      <a:pt x="122" y="61"/>
                      <a:pt x="99" y="68"/>
                      <a:pt x="98" y="68"/>
                    </a:cubicBezTo>
                    <a:cubicBezTo>
                      <a:pt x="97" y="69"/>
                      <a:pt x="73" y="75"/>
                      <a:pt x="61" y="78"/>
                    </a:cubicBezTo>
                    <a:cubicBezTo>
                      <a:pt x="49" y="82"/>
                      <a:pt x="35" y="82"/>
                      <a:pt x="27" y="63"/>
                    </a:cubicBezTo>
                    <a:cubicBezTo>
                      <a:pt x="19" y="44"/>
                      <a:pt x="1" y="45"/>
                      <a:pt x="0" y="45"/>
                    </a:cubicBezTo>
                    <a:close/>
                    <a:moveTo>
                      <a:pt x="103" y="38"/>
                    </a:moveTo>
                    <a:cubicBezTo>
                      <a:pt x="100" y="32"/>
                      <a:pt x="100" y="32"/>
                      <a:pt x="100" y="32"/>
                    </a:cubicBezTo>
                    <a:cubicBezTo>
                      <a:pt x="99" y="29"/>
                      <a:pt x="95" y="26"/>
                      <a:pt x="93" y="27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69" y="34"/>
                      <a:pt x="68" y="37"/>
                      <a:pt x="69" y="41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3" y="51"/>
                      <a:pt x="77" y="53"/>
                      <a:pt x="80" y="52"/>
                    </a:cubicBezTo>
                    <a:cubicBezTo>
                      <a:pt x="100" y="46"/>
                      <a:pt x="100" y="46"/>
                      <a:pt x="100" y="46"/>
                    </a:cubicBezTo>
                    <a:cubicBezTo>
                      <a:pt x="103" y="45"/>
                      <a:pt x="104" y="42"/>
                      <a:pt x="103" y="38"/>
                    </a:cubicBezTo>
                    <a:moveTo>
                      <a:pt x="54" y="66"/>
                    </a:moveTo>
                    <a:cubicBezTo>
                      <a:pt x="60" y="65"/>
                      <a:pt x="63" y="58"/>
                      <a:pt x="60" y="51"/>
                    </a:cubicBezTo>
                    <a:cubicBezTo>
                      <a:pt x="57" y="44"/>
                      <a:pt x="50" y="39"/>
                      <a:pt x="44" y="41"/>
                    </a:cubicBezTo>
                    <a:cubicBezTo>
                      <a:pt x="38" y="42"/>
                      <a:pt x="36" y="49"/>
                      <a:pt x="39" y="56"/>
                    </a:cubicBezTo>
                    <a:cubicBezTo>
                      <a:pt x="42" y="63"/>
                      <a:pt x="49" y="68"/>
                      <a:pt x="54" y="66"/>
                    </a:cubicBezTo>
                    <a:moveTo>
                      <a:pt x="128" y="42"/>
                    </a:moveTo>
                    <a:cubicBezTo>
                      <a:pt x="134" y="40"/>
                      <a:pt x="136" y="34"/>
                      <a:pt x="133" y="28"/>
                    </a:cubicBezTo>
                    <a:cubicBezTo>
                      <a:pt x="131" y="22"/>
                      <a:pt x="125" y="19"/>
                      <a:pt x="120" y="20"/>
                    </a:cubicBezTo>
                    <a:cubicBezTo>
                      <a:pt x="114" y="22"/>
                      <a:pt x="112" y="28"/>
                      <a:pt x="115" y="34"/>
                    </a:cubicBezTo>
                    <a:cubicBezTo>
                      <a:pt x="117" y="40"/>
                      <a:pt x="123" y="43"/>
                      <a:pt x="128" y="42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35"/>
              <p:cNvSpPr/>
              <p:nvPr/>
            </p:nvSpPr>
            <p:spPr>
              <a:xfrm>
                <a:off x="1262746" y="1398827"/>
                <a:ext cx="160458" cy="268595"/>
              </a:xfrm>
              <a:custGeom>
                <a:avLst/>
                <a:gdLst/>
                <a:ahLst/>
                <a:cxnLst/>
                <a:rect l="l" t="t" r="r" b="b"/>
                <a:pathLst>
                  <a:path w="71" h="119" extrusionOk="0">
                    <a:moveTo>
                      <a:pt x="38" y="19"/>
                    </a:moveTo>
                    <a:cubicBezTo>
                      <a:pt x="71" y="0"/>
                      <a:pt x="71" y="0"/>
                      <a:pt x="71" y="0"/>
                    </a:cubicBezTo>
                    <a:cubicBezTo>
                      <a:pt x="42" y="17"/>
                      <a:pt x="32" y="58"/>
                      <a:pt x="49" y="99"/>
                    </a:cubicBezTo>
                    <a:cubicBezTo>
                      <a:pt x="17" y="119"/>
                      <a:pt x="17" y="119"/>
                      <a:pt x="17" y="119"/>
                    </a:cubicBezTo>
                    <a:cubicBezTo>
                      <a:pt x="0" y="78"/>
                      <a:pt x="10" y="37"/>
                      <a:pt x="38" y="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35"/>
              <p:cNvSpPr/>
              <p:nvPr/>
            </p:nvSpPr>
            <p:spPr>
              <a:xfrm>
                <a:off x="2509785" y="3971410"/>
                <a:ext cx="875543" cy="272083"/>
              </a:xfrm>
              <a:custGeom>
                <a:avLst/>
                <a:gdLst/>
                <a:ahLst/>
                <a:cxnLst/>
                <a:rect l="l" t="t" r="r" b="b"/>
                <a:pathLst>
                  <a:path w="502" h="156" extrusionOk="0">
                    <a:moveTo>
                      <a:pt x="502" y="0"/>
                    </a:moveTo>
                    <a:lnTo>
                      <a:pt x="461" y="26"/>
                    </a:lnTo>
                    <a:lnTo>
                      <a:pt x="0" y="156"/>
                    </a:lnTo>
                    <a:lnTo>
                      <a:pt x="41" y="130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35"/>
              <p:cNvSpPr/>
              <p:nvPr/>
            </p:nvSpPr>
            <p:spPr>
              <a:xfrm>
                <a:off x="1384834" y="1180812"/>
                <a:ext cx="2000493" cy="2759205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228" extrusionOk="0">
                    <a:moveTo>
                      <a:pt x="393" y="8"/>
                    </a:moveTo>
                    <a:cubicBezTo>
                      <a:pt x="423" y="0"/>
                      <a:pt x="459" y="22"/>
                      <a:pt x="474" y="58"/>
                    </a:cubicBezTo>
                    <a:cubicBezTo>
                      <a:pt x="891" y="1099"/>
                      <a:pt x="891" y="1099"/>
                      <a:pt x="891" y="1099"/>
                    </a:cubicBezTo>
                    <a:cubicBezTo>
                      <a:pt x="881" y="1102"/>
                      <a:pt x="881" y="1102"/>
                      <a:pt x="881" y="1102"/>
                    </a:cubicBezTo>
                    <a:cubicBezTo>
                      <a:pt x="466" y="66"/>
                      <a:pt x="466" y="66"/>
                      <a:pt x="466" y="66"/>
                    </a:cubicBezTo>
                    <a:cubicBezTo>
                      <a:pt x="455" y="39"/>
                      <a:pt x="428" y="22"/>
                      <a:pt x="406" y="28"/>
                    </a:cubicBezTo>
                    <a:cubicBezTo>
                      <a:pt x="306" y="56"/>
                      <a:pt x="306" y="56"/>
                      <a:pt x="306" y="56"/>
                    </a:cubicBezTo>
                    <a:cubicBezTo>
                      <a:pt x="147" y="101"/>
                      <a:pt x="147" y="101"/>
                      <a:pt x="147" y="101"/>
                    </a:cubicBezTo>
                    <a:cubicBezTo>
                      <a:pt x="47" y="129"/>
                      <a:pt x="47" y="129"/>
                      <a:pt x="47" y="129"/>
                    </a:cubicBezTo>
                    <a:cubicBezTo>
                      <a:pt x="25" y="135"/>
                      <a:pt x="15" y="162"/>
                      <a:pt x="26" y="189"/>
                    </a:cubicBezTo>
                    <a:cubicBezTo>
                      <a:pt x="171" y="550"/>
                      <a:pt x="171" y="550"/>
                      <a:pt x="171" y="550"/>
                    </a:cubicBezTo>
                    <a:cubicBezTo>
                      <a:pt x="296" y="863"/>
                      <a:pt x="296" y="863"/>
                      <a:pt x="296" y="863"/>
                    </a:cubicBezTo>
                    <a:cubicBezTo>
                      <a:pt x="406" y="1137"/>
                      <a:pt x="406" y="1137"/>
                      <a:pt x="406" y="1137"/>
                    </a:cubicBezTo>
                    <a:cubicBezTo>
                      <a:pt x="442" y="1226"/>
                      <a:pt x="442" y="1226"/>
                      <a:pt x="442" y="1226"/>
                    </a:cubicBezTo>
                    <a:cubicBezTo>
                      <a:pt x="432" y="1228"/>
                      <a:pt x="432" y="1228"/>
                      <a:pt x="432" y="1228"/>
                    </a:cubicBezTo>
                    <a:cubicBezTo>
                      <a:pt x="15" y="188"/>
                      <a:pt x="15" y="188"/>
                      <a:pt x="15" y="188"/>
                    </a:cubicBezTo>
                    <a:cubicBezTo>
                      <a:pt x="0" y="152"/>
                      <a:pt x="13" y="115"/>
                      <a:pt x="43" y="107"/>
                    </a:cubicBezTo>
                    <a:lnTo>
                      <a:pt x="39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35"/>
              <p:cNvSpPr/>
              <p:nvPr/>
            </p:nvSpPr>
            <p:spPr>
              <a:xfrm>
                <a:off x="2354559" y="3650492"/>
                <a:ext cx="1105765" cy="523238"/>
              </a:xfrm>
              <a:custGeom>
                <a:avLst/>
                <a:gdLst/>
                <a:ahLst/>
                <a:cxnLst/>
                <a:rect l="l" t="t" r="r" b="b"/>
                <a:pathLst>
                  <a:path w="492" h="233" extrusionOk="0">
                    <a:moveTo>
                      <a:pt x="459" y="0"/>
                    </a:moveTo>
                    <a:cubicBezTo>
                      <a:pt x="477" y="45"/>
                      <a:pt x="477" y="45"/>
                      <a:pt x="477" y="45"/>
                    </a:cubicBezTo>
                    <a:cubicBezTo>
                      <a:pt x="492" y="82"/>
                      <a:pt x="479" y="118"/>
                      <a:pt x="450" y="126"/>
                    </a:cubicBezTo>
                    <a:cubicBezTo>
                      <a:pt x="99" y="225"/>
                      <a:pt x="99" y="225"/>
                      <a:pt x="99" y="225"/>
                    </a:cubicBezTo>
                    <a:cubicBezTo>
                      <a:pt x="69" y="233"/>
                      <a:pt x="33" y="211"/>
                      <a:pt x="18" y="175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10" y="127"/>
                      <a:pt x="10" y="127"/>
                      <a:pt x="10" y="127"/>
                    </a:cubicBezTo>
                    <a:cubicBezTo>
                      <a:pt x="17" y="145"/>
                      <a:pt x="32" y="159"/>
                      <a:pt x="49" y="164"/>
                    </a:cubicBezTo>
                    <a:cubicBezTo>
                      <a:pt x="56" y="166"/>
                      <a:pt x="63" y="166"/>
                      <a:pt x="70" y="164"/>
                    </a:cubicBezTo>
                    <a:cubicBezTo>
                      <a:pt x="317" y="94"/>
                      <a:pt x="317" y="94"/>
                      <a:pt x="317" y="94"/>
                    </a:cubicBezTo>
                    <a:cubicBezTo>
                      <a:pt x="428" y="63"/>
                      <a:pt x="428" y="63"/>
                      <a:pt x="428" y="63"/>
                    </a:cubicBezTo>
                    <a:cubicBezTo>
                      <a:pt x="450" y="57"/>
                      <a:pt x="460" y="30"/>
                      <a:pt x="449" y="3"/>
                    </a:cubicBez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35"/>
              <p:cNvSpPr/>
              <p:nvPr/>
            </p:nvSpPr>
            <p:spPr>
              <a:xfrm>
                <a:off x="1404020" y="1897647"/>
                <a:ext cx="52323" cy="57557"/>
              </a:xfrm>
              <a:custGeom>
                <a:avLst/>
                <a:gdLst/>
                <a:ahLst/>
                <a:cxnLst/>
                <a:rect l="l" t="t" r="r" b="b"/>
                <a:pathLst>
                  <a:path w="23" h="25" extrusionOk="0">
                    <a:moveTo>
                      <a:pt x="7" y="9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8" y="3"/>
                      <a:pt x="17" y="9"/>
                      <a:pt x="19" y="15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0" y="18"/>
                      <a:pt x="2" y="12"/>
                      <a:pt x="7" y="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35"/>
              <p:cNvSpPr/>
              <p:nvPr/>
            </p:nvSpPr>
            <p:spPr>
              <a:xfrm>
                <a:off x="1410996" y="1932529"/>
                <a:ext cx="284290" cy="683697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92" extrusionOk="0">
                    <a:moveTo>
                      <a:pt x="163" y="380"/>
                    </a:moveTo>
                    <a:lnTo>
                      <a:pt x="142" y="392"/>
                    </a:lnTo>
                    <a:lnTo>
                      <a:pt x="0" y="13"/>
                    </a:lnTo>
                    <a:lnTo>
                      <a:pt x="21" y="0"/>
                    </a:lnTo>
                    <a:lnTo>
                      <a:pt x="163" y="38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35"/>
              <p:cNvSpPr/>
              <p:nvPr/>
            </p:nvSpPr>
            <p:spPr>
              <a:xfrm>
                <a:off x="1658660" y="2595296"/>
                <a:ext cx="76741" cy="48835"/>
              </a:xfrm>
              <a:custGeom>
                <a:avLst/>
                <a:gdLst/>
                <a:ahLst/>
                <a:cxnLst/>
                <a:rect l="l" t="t" r="r" b="b"/>
                <a:pathLst>
                  <a:path w="34" h="22" extrusionOk="0">
                    <a:moveTo>
                      <a:pt x="34" y="10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7" y="20"/>
                      <a:pt x="17" y="20"/>
                      <a:pt x="16" y="20"/>
                    </a:cubicBezTo>
                    <a:cubicBezTo>
                      <a:pt x="10" y="22"/>
                      <a:pt x="2" y="17"/>
                      <a:pt x="0" y="1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8"/>
                      <a:pt x="26" y="12"/>
                      <a:pt x="32" y="11"/>
                    </a:cubicBezTo>
                    <a:cubicBezTo>
                      <a:pt x="33" y="11"/>
                      <a:pt x="34" y="10"/>
                      <a:pt x="34" y="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35"/>
              <p:cNvSpPr/>
              <p:nvPr/>
            </p:nvSpPr>
            <p:spPr>
              <a:xfrm>
                <a:off x="1442390" y="1897647"/>
                <a:ext cx="293010" cy="723812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22" extrusionOk="0">
                    <a:moveTo>
                      <a:pt x="130" y="320"/>
                    </a:moveTo>
                    <a:cubicBezTo>
                      <a:pt x="130" y="320"/>
                      <a:pt x="130" y="320"/>
                      <a:pt x="130" y="320"/>
                    </a:cubicBezTo>
                    <a:cubicBezTo>
                      <a:pt x="130" y="320"/>
                      <a:pt x="129" y="321"/>
                      <a:pt x="128" y="321"/>
                    </a:cubicBezTo>
                    <a:cubicBezTo>
                      <a:pt x="122" y="322"/>
                      <a:pt x="115" y="318"/>
                      <a:pt x="112" y="310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0" y="9"/>
                      <a:pt x="1" y="3"/>
                      <a:pt x="6" y="0"/>
                    </a:cubicBezTo>
                    <a:lnTo>
                      <a:pt x="130" y="3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35"/>
              <p:cNvSpPr/>
              <p:nvPr/>
            </p:nvSpPr>
            <p:spPr>
              <a:xfrm>
                <a:off x="2347582" y="1287203"/>
                <a:ext cx="807523" cy="821483"/>
              </a:xfrm>
              <a:custGeom>
                <a:avLst/>
                <a:gdLst/>
                <a:ahLst/>
                <a:cxnLst/>
                <a:rect l="l" t="t" r="r" b="b"/>
                <a:pathLst>
                  <a:path w="463" h="471" extrusionOk="0">
                    <a:moveTo>
                      <a:pt x="320" y="0"/>
                    </a:moveTo>
                    <a:lnTo>
                      <a:pt x="463" y="385"/>
                    </a:lnTo>
                    <a:lnTo>
                      <a:pt x="143" y="471"/>
                    </a:lnTo>
                    <a:lnTo>
                      <a:pt x="0" y="86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35"/>
              <p:cNvSpPr/>
              <p:nvPr/>
            </p:nvSpPr>
            <p:spPr>
              <a:xfrm>
                <a:off x="1665636" y="1472080"/>
                <a:ext cx="805779" cy="819739"/>
              </a:xfrm>
              <a:custGeom>
                <a:avLst/>
                <a:gdLst/>
                <a:ahLst/>
                <a:cxnLst/>
                <a:rect l="l" t="t" r="r" b="b"/>
                <a:pathLst>
                  <a:path w="462" h="470" extrusionOk="0">
                    <a:moveTo>
                      <a:pt x="318" y="0"/>
                    </a:moveTo>
                    <a:lnTo>
                      <a:pt x="462" y="385"/>
                    </a:lnTo>
                    <a:lnTo>
                      <a:pt x="143" y="470"/>
                    </a:lnTo>
                    <a:lnTo>
                      <a:pt x="0" y="85"/>
                    </a:lnTo>
                    <a:lnTo>
                      <a:pt x="3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35"/>
              <p:cNvSpPr/>
              <p:nvPr/>
            </p:nvSpPr>
            <p:spPr>
              <a:xfrm>
                <a:off x="2642337" y="2073804"/>
                <a:ext cx="805779" cy="821483"/>
              </a:xfrm>
              <a:custGeom>
                <a:avLst/>
                <a:gdLst/>
                <a:ahLst/>
                <a:cxnLst/>
                <a:rect l="l" t="t" r="r" b="b"/>
                <a:pathLst>
                  <a:path w="462" h="471" extrusionOk="0">
                    <a:moveTo>
                      <a:pt x="319" y="0"/>
                    </a:moveTo>
                    <a:lnTo>
                      <a:pt x="462" y="385"/>
                    </a:lnTo>
                    <a:lnTo>
                      <a:pt x="143" y="471"/>
                    </a:lnTo>
                    <a:lnTo>
                      <a:pt x="0" y="86"/>
                    </a:ln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35"/>
              <p:cNvSpPr/>
              <p:nvPr/>
            </p:nvSpPr>
            <p:spPr>
              <a:xfrm>
                <a:off x="1958646" y="2256936"/>
                <a:ext cx="807523" cy="819739"/>
              </a:xfrm>
              <a:custGeom>
                <a:avLst/>
                <a:gdLst/>
                <a:ahLst/>
                <a:cxnLst/>
                <a:rect l="l" t="t" r="r" b="b"/>
                <a:pathLst>
                  <a:path w="463" h="470" extrusionOk="0">
                    <a:moveTo>
                      <a:pt x="320" y="0"/>
                    </a:moveTo>
                    <a:lnTo>
                      <a:pt x="463" y="385"/>
                    </a:lnTo>
                    <a:lnTo>
                      <a:pt x="143" y="470"/>
                    </a:lnTo>
                    <a:lnTo>
                      <a:pt x="0" y="85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35"/>
              <p:cNvSpPr/>
              <p:nvPr/>
            </p:nvSpPr>
            <p:spPr>
              <a:xfrm>
                <a:off x="2933603" y="2862148"/>
                <a:ext cx="809267" cy="819739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70" extrusionOk="0">
                    <a:moveTo>
                      <a:pt x="320" y="0"/>
                    </a:moveTo>
                    <a:lnTo>
                      <a:pt x="464" y="385"/>
                    </a:lnTo>
                    <a:lnTo>
                      <a:pt x="145" y="470"/>
                    </a:lnTo>
                    <a:lnTo>
                      <a:pt x="0" y="85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35"/>
              <p:cNvSpPr/>
              <p:nvPr/>
            </p:nvSpPr>
            <p:spPr>
              <a:xfrm>
                <a:off x="2251657" y="3043537"/>
                <a:ext cx="809267" cy="821483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71" extrusionOk="0">
                    <a:moveTo>
                      <a:pt x="319" y="0"/>
                    </a:moveTo>
                    <a:lnTo>
                      <a:pt x="464" y="385"/>
                    </a:lnTo>
                    <a:lnTo>
                      <a:pt x="144" y="471"/>
                    </a:lnTo>
                    <a:lnTo>
                      <a:pt x="0" y="86"/>
                    </a:ln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35"/>
              <p:cNvSpPr/>
              <p:nvPr/>
            </p:nvSpPr>
            <p:spPr>
              <a:xfrm>
                <a:off x="2258633" y="1597657"/>
                <a:ext cx="102903" cy="228481"/>
              </a:xfrm>
              <a:custGeom>
                <a:avLst/>
                <a:gdLst/>
                <a:ahLst/>
                <a:cxnLst/>
                <a:rect l="l" t="t" r="r" b="b"/>
                <a:pathLst>
                  <a:path w="59" h="131" extrusionOk="0">
                    <a:moveTo>
                      <a:pt x="59" y="123"/>
                    </a:moveTo>
                    <a:lnTo>
                      <a:pt x="45" y="131"/>
                    </a:lnTo>
                    <a:lnTo>
                      <a:pt x="0" y="7"/>
                    </a:lnTo>
                    <a:lnTo>
                      <a:pt x="13" y="0"/>
                    </a:lnTo>
                    <a:lnTo>
                      <a:pt x="59" y="123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35"/>
              <p:cNvSpPr/>
              <p:nvPr/>
            </p:nvSpPr>
            <p:spPr>
              <a:xfrm>
                <a:off x="2337118" y="1812185"/>
                <a:ext cx="69764" cy="132553"/>
              </a:xfrm>
              <a:custGeom>
                <a:avLst/>
                <a:gdLst/>
                <a:ahLst/>
                <a:cxnLst/>
                <a:rect l="l" t="t" r="r" b="b"/>
                <a:pathLst>
                  <a:path w="40" h="76" extrusionOk="0">
                    <a:moveTo>
                      <a:pt x="40" y="69"/>
                    </a:moveTo>
                    <a:lnTo>
                      <a:pt x="26" y="76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40" y="69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44" name="Google Shape;744;p35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2269098" y="1768581"/>
                <a:ext cx="101158" cy="6627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5" name="Google Shape;745;p35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37704" y="1765093"/>
                <a:ext cx="74997" cy="348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6" name="Google Shape;746;p35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2230727" y="1768581"/>
                <a:ext cx="47091" cy="33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7" name="Google Shape;747;p35"/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222006" y="1772070"/>
                <a:ext cx="54068" cy="348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8" name="Google Shape;748;p35"/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2222006" y="1958691"/>
                <a:ext cx="47091" cy="33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49" name="Google Shape;749;p35"/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2223751" y="1918576"/>
                <a:ext cx="190108" cy="7325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0" name="Google Shape;750;p35"/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2152242" y="1773814"/>
                <a:ext cx="108135" cy="1622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1" name="Google Shape;751;p35"/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2152242" y="1904623"/>
                <a:ext cx="40115" cy="33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2" name="Google Shape;752;p35"/>
              <p:cNvPicPr preferRelativeResize="0"/>
              <p:nvPr/>
            </p:nvPicPr>
            <p:blipFill rotWithShape="1">
              <a:blip r:embed="rId11">
                <a:alphaModFix/>
              </a:blip>
              <a:srcRect/>
              <a:stretch/>
            </p:blipFill>
            <p:spPr>
              <a:xfrm>
                <a:off x="2152242" y="1906368"/>
                <a:ext cx="108135" cy="8197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3" name="Google Shape;753;p35"/>
              <p:cNvPicPr preferRelativeResize="0"/>
              <p:nvPr/>
            </p:nvPicPr>
            <p:blipFill rotWithShape="1">
              <a:blip r:embed="rId12">
                <a:alphaModFix/>
              </a:blip>
              <a:srcRect/>
              <a:stretch/>
            </p:blipFill>
            <p:spPr>
              <a:xfrm>
                <a:off x="2044107" y="1730211"/>
                <a:ext cx="74997" cy="1081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4" name="Google Shape;754;p35"/>
              <p:cNvPicPr preferRelativeResize="0"/>
              <p:nvPr/>
            </p:nvPicPr>
            <p:blipFill rotWithShape="1">
              <a:blip r:embed="rId13">
                <a:alphaModFix/>
              </a:blip>
              <a:srcRect/>
              <a:stretch/>
            </p:blipFill>
            <p:spPr>
              <a:xfrm>
                <a:off x="1977831" y="1676143"/>
                <a:ext cx="127321" cy="872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5" name="Google Shape;755;p35"/>
              <p:cNvPicPr preferRelativeResize="0"/>
              <p:nvPr/>
            </p:nvPicPr>
            <p:blipFill rotWithShape="1">
              <a:blip r:embed="rId14">
                <a:alphaModFix/>
              </a:blip>
              <a:srcRect/>
              <a:stretch/>
            </p:blipFill>
            <p:spPr>
              <a:xfrm>
                <a:off x="2038875" y="1850556"/>
                <a:ext cx="153482" cy="872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6" name="Google Shape;756;p35"/>
              <p:cNvPicPr preferRelativeResize="0"/>
              <p:nvPr/>
            </p:nvPicPr>
            <p:blipFill rotWithShape="1">
              <a:blip r:embed="rId15">
                <a:alphaModFix/>
              </a:blip>
              <a:srcRect/>
              <a:stretch/>
            </p:blipFill>
            <p:spPr>
              <a:xfrm>
                <a:off x="2038875" y="1850556"/>
                <a:ext cx="40115" cy="348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57" name="Google Shape;757;p35"/>
              <p:cNvPicPr preferRelativeResize="0"/>
              <p:nvPr/>
            </p:nvPicPr>
            <p:blipFill rotWithShape="1">
              <a:blip r:embed="rId16">
                <a:alphaModFix/>
              </a:blip>
              <a:srcRect/>
              <a:stretch/>
            </p:blipFill>
            <p:spPr>
              <a:xfrm>
                <a:off x="2028411" y="1854044"/>
                <a:ext cx="54068" cy="3313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58" name="Google Shape;758;p35"/>
              <p:cNvSpPr/>
              <p:nvPr/>
            </p:nvSpPr>
            <p:spPr>
              <a:xfrm>
                <a:off x="1956902" y="1695328"/>
                <a:ext cx="54068" cy="88951"/>
              </a:xfrm>
              <a:custGeom>
                <a:avLst/>
                <a:gdLst/>
                <a:ahLst/>
                <a:cxnLst/>
                <a:rect l="l" t="t" r="r" b="b"/>
                <a:pathLst>
                  <a:path w="24" h="39" extrusionOk="0">
                    <a:moveTo>
                      <a:pt x="14" y="7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5" y="6"/>
                      <a:pt x="11" y="20"/>
                      <a:pt x="16" y="33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0" y="26"/>
                      <a:pt x="4" y="12"/>
                      <a:pt x="14" y="7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35"/>
              <p:cNvSpPr/>
              <p:nvPr/>
            </p:nvSpPr>
            <p:spPr>
              <a:xfrm>
                <a:off x="1969111" y="1770326"/>
                <a:ext cx="111623" cy="71510"/>
              </a:xfrm>
              <a:custGeom>
                <a:avLst/>
                <a:gdLst/>
                <a:ahLst/>
                <a:cxnLst/>
                <a:rect l="l" t="t" r="r" b="b"/>
                <a:pathLst>
                  <a:path w="50" h="32" extrusionOk="0">
                    <a:moveTo>
                      <a:pt x="50" y="20"/>
                    </a:moveTo>
                    <a:cubicBezTo>
                      <a:pt x="39" y="27"/>
                      <a:pt x="39" y="27"/>
                      <a:pt x="39" y="27"/>
                    </a:cubicBezTo>
                    <a:cubicBezTo>
                      <a:pt x="38" y="27"/>
                      <a:pt x="36" y="28"/>
                      <a:pt x="34" y="28"/>
                    </a:cubicBezTo>
                    <a:cubicBezTo>
                      <a:pt x="21" y="32"/>
                      <a:pt x="6" y="22"/>
                      <a:pt x="0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7" y="16"/>
                      <a:pt x="32" y="26"/>
                      <a:pt x="45" y="22"/>
                    </a:cubicBezTo>
                    <a:cubicBezTo>
                      <a:pt x="47" y="22"/>
                      <a:pt x="48" y="21"/>
                      <a:pt x="50" y="20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0" name="Google Shape;760;p35"/>
              <p:cNvSpPr/>
              <p:nvPr/>
            </p:nvSpPr>
            <p:spPr>
              <a:xfrm>
                <a:off x="1979576" y="1684863"/>
                <a:ext cx="132552" cy="143018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19" y="4"/>
                    </a:moveTo>
                    <a:cubicBezTo>
                      <a:pt x="32" y="0"/>
                      <a:pt x="47" y="10"/>
                      <a:pt x="53" y="26"/>
                    </a:cubicBezTo>
                    <a:cubicBezTo>
                      <a:pt x="59" y="41"/>
                      <a:pt x="53" y="57"/>
                      <a:pt x="40" y="60"/>
                    </a:cubicBezTo>
                    <a:cubicBezTo>
                      <a:pt x="27" y="64"/>
                      <a:pt x="12" y="54"/>
                      <a:pt x="6" y="38"/>
                    </a:cubicBezTo>
                    <a:cubicBezTo>
                      <a:pt x="0" y="23"/>
                      <a:pt x="6" y="7"/>
                      <a:pt x="19" y="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61" name="Google Shape;761;p35"/>
              <p:cNvPicPr preferRelativeResize="0"/>
              <p:nvPr/>
            </p:nvPicPr>
            <p:blipFill rotWithShape="1">
              <a:blip r:embed="rId17">
                <a:alphaModFix/>
              </a:blip>
              <a:srcRect/>
              <a:stretch/>
            </p:blipFill>
            <p:spPr>
              <a:xfrm>
                <a:off x="2007481" y="1855788"/>
                <a:ext cx="66276" cy="540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2" name="Google Shape;762;p35"/>
              <p:cNvSpPr/>
              <p:nvPr/>
            </p:nvSpPr>
            <p:spPr>
              <a:xfrm>
                <a:off x="1878417" y="1597657"/>
                <a:ext cx="402890" cy="116857"/>
              </a:xfrm>
              <a:custGeom>
                <a:avLst/>
                <a:gdLst/>
                <a:ahLst/>
                <a:cxnLst/>
                <a:rect l="l" t="t" r="r" b="b"/>
                <a:pathLst>
                  <a:path w="231" h="67" extrusionOk="0">
                    <a:moveTo>
                      <a:pt x="231" y="0"/>
                    </a:moveTo>
                    <a:lnTo>
                      <a:pt x="218" y="7"/>
                    </a:lnTo>
                    <a:lnTo>
                      <a:pt x="0" y="67"/>
                    </a:lnTo>
                    <a:lnTo>
                      <a:pt x="13" y="59"/>
                    </a:lnTo>
                    <a:lnTo>
                      <a:pt x="231" y="0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763" name="Google Shape;763;p35"/>
              <p:cNvPicPr preferRelativeResize="0"/>
              <p:nvPr/>
            </p:nvPicPr>
            <p:blipFill rotWithShape="1">
              <a:blip r:embed="rId18">
                <a:alphaModFix/>
              </a:blip>
              <a:srcRect/>
              <a:stretch/>
            </p:blipFill>
            <p:spPr>
              <a:xfrm>
                <a:off x="1970855" y="1881950"/>
                <a:ext cx="80229" cy="11511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764" name="Google Shape;764;p35"/>
              <p:cNvPicPr preferRelativeResize="0"/>
              <p:nvPr/>
            </p:nvPicPr>
            <p:blipFill rotWithShape="1">
              <a:blip r:embed="rId19">
                <a:alphaModFix/>
              </a:blip>
              <a:srcRect/>
              <a:stretch/>
            </p:blipFill>
            <p:spPr>
              <a:xfrm>
                <a:off x="1991784" y="1960435"/>
                <a:ext cx="275569" cy="9418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65" name="Google Shape;765;p35"/>
              <p:cNvSpPr/>
              <p:nvPr/>
            </p:nvSpPr>
            <p:spPr>
              <a:xfrm>
                <a:off x="1869696" y="1568008"/>
                <a:ext cx="572068" cy="50056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87" extrusionOk="0">
                    <a:moveTo>
                      <a:pt x="0" y="66"/>
                    </a:moveTo>
                    <a:lnTo>
                      <a:pt x="246" y="0"/>
                    </a:lnTo>
                    <a:lnTo>
                      <a:pt x="328" y="222"/>
                    </a:lnTo>
                    <a:lnTo>
                      <a:pt x="82" y="287"/>
                    </a:lnTo>
                    <a:lnTo>
                      <a:pt x="0" y="66"/>
                    </a:lnTo>
                    <a:close/>
                    <a:moveTo>
                      <a:pt x="282" y="140"/>
                    </a:moveTo>
                    <a:lnTo>
                      <a:pt x="236" y="17"/>
                    </a:lnTo>
                    <a:lnTo>
                      <a:pt x="18" y="76"/>
                    </a:lnTo>
                    <a:lnTo>
                      <a:pt x="77" y="233"/>
                    </a:lnTo>
                    <a:lnTo>
                      <a:pt x="90" y="267"/>
                    </a:lnTo>
                    <a:lnTo>
                      <a:pt x="223" y="231"/>
                    </a:lnTo>
                    <a:lnTo>
                      <a:pt x="308" y="209"/>
                    </a:lnTo>
                    <a:lnTo>
                      <a:pt x="282" y="14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35"/>
              <p:cNvSpPr/>
              <p:nvPr/>
            </p:nvSpPr>
            <p:spPr>
              <a:xfrm>
                <a:off x="1869696" y="1568008"/>
                <a:ext cx="572068" cy="500565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87" extrusionOk="0">
                    <a:moveTo>
                      <a:pt x="0" y="66"/>
                    </a:moveTo>
                    <a:lnTo>
                      <a:pt x="246" y="0"/>
                    </a:lnTo>
                    <a:lnTo>
                      <a:pt x="328" y="222"/>
                    </a:lnTo>
                    <a:lnTo>
                      <a:pt x="82" y="287"/>
                    </a:lnTo>
                    <a:lnTo>
                      <a:pt x="0" y="66"/>
                    </a:lnTo>
                    <a:moveTo>
                      <a:pt x="282" y="140"/>
                    </a:moveTo>
                    <a:lnTo>
                      <a:pt x="236" y="17"/>
                    </a:lnTo>
                    <a:lnTo>
                      <a:pt x="18" y="76"/>
                    </a:lnTo>
                    <a:lnTo>
                      <a:pt x="77" y="233"/>
                    </a:lnTo>
                    <a:lnTo>
                      <a:pt x="90" y="267"/>
                    </a:lnTo>
                    <a:lnTo>
                      <a:pt x="223" y="231"/>
                    </a:lnTo>
                    <a:lnTo>
                      <a:pt x="308" y="209"/>
                    </a:lnTo>
                    <a:lnTo>
                      <a:pt x="282" y="14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35"/>
              <p:cNvSpPr/>
              <p:nvPr/>
            </p:nvSpPr>
            <p:spPr>
              <a:xfrm>
                <a:off x="2187124" y="1773814"/>
                <a:ext cx="219758" cy="197087"/>
              </a:xfrm>
              <a:custGeom>
                <a:avLst/>
                <a:gdLst/>
                <a:ahLst/>
                <a:cxnLst/>
                <a:rect l="l" t="t" r="r" b="b"/>
                <a:pathLst>
                  <a:path w="98" h="87" extrusionOk="0">
                    <a:moveTo>
                      <a:pt x="38" y="1"/>
                    </a:moveTo>
                    <a:cubicBezTo>
                      <a:pt x="42" y="0"/>
                      <a:pt x="46" y="0"/>
                      <a:pt x="50" y="1"/>
                    </a:cubicBezTo>
                    <a:cubicBezTo>
                      <a:pt x="51" y="1"/>
                      <a:pt x="51" y="2"/>
                      <a:pt x="52" y="2"/>
                    </a:cubicBezTo>
                    <a:cubicBezTo>
                      <a:pt x="52" y="2"/>
                      <a:pt x="52" y="2"/>
                      <a:pt x="52" y="2"/>
                    </a:cubicBezTo>
                    <a:cubicBezTo>
                      <a:pt x="57" y="3"/>
                      <a:pt x="61" y="6"/>
                      <a:pt x="65" y="9"/>
                    </a:cubicBezTo>
                    <a:cubicBezTo>
                      <a:pt x="69" y="12"/>
                      <a:pt x="74" y="14"/>
                      <a:pt x="78" y="17"/>
                    </a:cubicBezTo>
                    <a:cubicBezTo>
                      <a:pt x="98" y="70"/>
                      <a:pt x="98" y="70"/>
                      <a:pt x="98" y="70"/>
                    </a:cubicBezTo>
                    <a:cubicBezTo>
                      <a:pt x="32" y="87"/>
                      <a:pt x="32" y="87"/>
                      <a:pt x="32" y="87"/>
                    </a:cubicBezTo>
                    <a:cubicBezTo>
                      <a:pt x="31" y="85"/>
                      <a:pt x="31" y="85"/>
                      <a:pt x="31" y="85"/>
                    </a:cubicBezTo>
                    <a:cubicBezTo>
                      <a:pt x="21" y="77"/>
                      <a:pt x="11" y="70"/>
                      <a:pt x="0" y="63"/>
                    </a:cubicBezTo>
                    <a:cubicBezTo>
                      <a:pt x="1" y="62"/>
                      <a:pt x="1" y="62"/>
                      <a:pt x="1" y="62"/>
                    </a:cubicBezTo>
                    <a:cubicBezTo>
                      <a:pt x="3" y="55"/>
                      <a:pt x="6" y="47"/>
                      <a:pt x="9" y="40"/>
                    </a:cubicBezTo>
                    <a:cubicBezTo>
                      <a:pt x="13" y="29"/>
                      <a:pt x="17" y="18"/>
                      <a:pt x="23" y="10"/>
                    </a:cubicBezTo>
                    <a:cubicBezTo>
                      <a:pt x="24" y="10"/>
                      <a:pt x="25" y="9"/>
                      <a:pt x="25" y="9"/>
                    </a:cubicBezTo>
                    <a:cubicBezTo>
                      <a:pt x="28" y="6"/>
                      <a:pt x="32" y="4"/>
                      <a:pt x="35" y="2"/>
                    </a:cubicBezTo>
                    <a:cubicBezTo>
                      <a:pt x="36" y="2"/>
                      <a:pt x="37" y="2"/>
                      <a:pt x="3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35"/>
              <p:cNvSpPr/>
              <p:nvPr/>
            </p:nvSpPr>
            <p:spPr>
              <a:xfrm>
                <a:off x="1901090" y="1597657"/>
                <a:ext cx="460445" cy="376731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68" extrusionOk="0">
                    <a:moveTo>
                      <a:pt x="0" y="46"/>
                    </a:moveTo>
                    <a:cubicBezTo>
                      <a:pt x="169" y="0"/>
                      <a:pt x="169" y="0"/>
                      <a:pt x="169" y="0"/>
                    </a:cubicBezTo>
                    <a:cubicBezTo>
                      <a:pt x="205" y="96"/>
                      <a:pt x="205" y="96"/>
                      <a:pt x="205" y="96"/>
                    </a:cubicBezTo>
                    <a:cubicBezTo>
                      <a:pt x="201" y="93"/>
                      <a:pt x="196" y="91"/>
                      <a:pt x="192" y="88"/>
                    </a:cubicBezTo>
                    <a:cubicBezTo>
                      <a:pt x="188" y="85"/>
                      <a:pt x="184" y="82"/>
                      <a:pt x="179" y="81"/>
                    </a:cubicBezTo>
                    <a:cubicBezTo>
                      <a:pt x="178" y="81"/>
                      <a:pt x="178" y="80"/>
                      <a:pt x="177" y="80"/>
                    </a:cubicBezTo>
                    <a:cubicBezTo>
                      <a:pt x="173" y="79"/>
                      <a:pt x="169" y="79"/>
                      <a:pt x="165" y="80"/>
                    </a:cubicBezTo>
                    <a:cubicBezTo>
                      <a:pt x="164" y="81"/>
                      <a:pt x="163" y="81"/>
                      <a:pt x="162" y="81"/>
                    </a:cubicBezTo>
                    <a:cubicBezTo>
                      <a:pt x="159" y="83"/>
                      <a:pt x="155" y="85"/>
                      <a:pt x="152" y="88"/>
                    </a:cubicBezTo>
                    <a:cubicBezTo>
                      <a:pt x="152" y="88"/>
                      <a:pt x="151" y="89"/>
                      <a:pt x="150" y="89"/>
                    </a:cubicBezTo>
                    <a:cubicBezTo>
                      <a:pt x="144" y="97"/>
                      <a:pt x="140" y="108"/>
                      <a:pt x="136" y="119"/>
                    </a:cubicBezTo>
                    <a:cubicBezTo>
                      <a:pt x="133" y="126"/>
                      <a:pt x="130" y="134"/>
                      <a:pt x="128" y="141"/>
                    </a:cubicBezTo>
                    <a:cubicBezTo>
                      <a:pt x="127" y="142"/>
                      <a:pt x="127" y="142"/>
                      <a:pt x="127" y="142"/>
                    </a:cubicBezTo>
                    <a:cubicBezTo>
                      <a:pt x="119" y="137"/>
                      <a:pt x="111" y="131"/>
                      <a:pt x="103" y="126"/>
                    </a:cubicBezTo>
                    <a:cubicBezTo>
                      <a:pt x="94" y="121"/>
                      <a:pt x="85" y="116"/>
                      <a:pt x="77" y="118"/>
                    </a:cubicBezTo>
                    <a:cubicBezTo>
                      <a:pt x="76" y="118"/>
                      <a:pt x="76" y="118"/>
                      <a:pt x="76" y="118"/>
                    </a:cubicBezTo>
                    <a:cubicBezTo>
                      <a:pt x="73" y="119"/>
                      <a:pt x="71" y="120"/>
                      <a:pt x="69" y="121"/>
                    </a:cubicBezTo>
                    <a:cubicBezTo>
                      <a:pt x="67" y="124"/>
                      <a:pt x="64" y="127"/>
                      <a:pt x="62" y="130"/>
                    </a:cubicBezTo>
                    <a:cubicBezTo>
                      <a:pt x="55" y="141"/>
                      <a:pt x="49" y="154"/>
                      <a:pt x="46" y="168"/>
                    </a:cubicBezTo>
                    <a:lnTo>
                      <a:pt x="0" y="46"/>
                    </a:lnTo>
                    <a:close/>
                    <a:moveTo>
                      <a:pt x="75" y="99"/>
                    </a:moveTo>
                    <a:cubicBezTo>
                      <a:pt x="88" y="96"/>
                      <a:pt x="94" y="80"/>
                      <a:pt x="88" y="65"/>
                    </a:cubicBezTo>
                    <a:cubicBezTo>
                      <a:pt x="82" y="49"/>
                      <a:pt x="67" y="39"/>
                      <a:pt x="54" y="43"/>
                    </a:cubicBezTo>
                    <a:cubicBezTo>
                      <a:pt x="41" y="46"/>
                      <a:pt x="35" y="62"/>
                      <a:pt x="41" y="77"/>
                    </a:cubicBezTo>
                    <a:cubicBezTo>
                      <a:pt x="47" y="93"/>
                      <a:pt x="62" y="103"/>
                      <a:pt x="75" y="9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35"/>
              <p:cNvSpPr/>
              <p:nvPr/>
            </p:nvSpPr>
            <p:spPr>
              <a:xfrm>
                <a:off x="2003993" y="1857532"/>
                <a:ext cx="254640" cy="176157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8" extrusionOk="0">
                    <a:moveTo>
                      <a:pt x="30" y="2"/>
                    </a:moveTo>
                    <a:cubicBezTo>
                      <a:pt x="31" y="2"/>
                      <a:pt x="31" y="2"/>
                      <a:pt x="31" y="2"/>
                    </a:cubicBezTo>
                    <a:cubicBezTo>
                      <a:pt x="39" y="0"/>
                      <a:pt x="48" y="5"/>
                      <a:pt x="57" y="10"/>
                    </a:cubicBezTo>
                    <a:cubicBezTo>
                      <a:pt x="65" y="15"/>
                      <a:pt x="73" y="21"/>
                      <a:pt x="81" y="26"/>
                    </a:cubicBezTo>
                    <a:cubicBezTo>
                      <a:pt x="92" y="33"/>
                      <a:pt x="102" y="40"/>
                      <a:pt x="112" y="48"/>
                    </a:cubicBezTo>
                    <a:cubicBezTo>
                      <a:pt x="113" y="50"/>
                      <a:pt x="113" y="50"/>
                      <a:pt x="113" y="50"/>
                    </a:cubicBezTo>
                    <a:cubicBezTo>
                      <a:pt x="10" y="78"/>
                      <a:pt x="10" y="78"/>
                      <a:pt x="10" y="78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38"/>
                      <a:pt x="9" y="25"/>
                      <a:pt x="16" y="14"/>
                    </a:cubicBezTo>
                    <a:cubicBezTo>
                      <a:pt x="18" y="11"/>
                      <a:pt x="21" y="8"/>
                      <a:pt x="23" y="5"/>
                    </a:cubicBezTo>
                    <a:cubicBezTo>
                      <a:pt x="25" y="4"/>
                      <a:pt x="27" y="3"/>
                      <a:pt x="30" y="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35"/>
              <p:cNvSpPr/>
              <p:nvPr/>
            </p:nvSpPr>
            <p:spPr>
              <a:xfrm>
                <a:off x="1847023" y="1683120"/>
                <a:ext cx="165691" cy="39940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9" extrusionOk="0">
                    <a:moveTo>
                      <a:pt x="95" y="221"/>
                    </a:moveTo>
                    <a:lnTo>
                      <a:pt x="83" y="229"/>
                    </a:lnTo>
                    <a:lnTo>
                      <a:pt x="0" y="7"/>
                    </a:lnTo>
                    <a:lnTo>
                      <a:pt x="13" y="0"/>
                    </a:lnTo>
                    <a:lnTo>
                      <a:pt x="95" y="22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35"/>
              <p:cNvSpPr/>
              <p:nvPr/>
            </p:nvSpPr>
            <p:spPr>
              <a:xfrm>
                <a:off x="1991784" y="1955203"/>
                <a:ext cx="449980" cy="127322"/>
              </a:xfrm>
              <a:custGeom>
                <a:avLst/>
                <a:gdLst/>
                <a:ahLst/>
                <a:cxnLst/>
                <a:rect l="l" t="t" r="r" b="b"/>
                <a:pathLst>
                  <a:path w="258" h="73" extrusionOk="0">
                    <a:moveTo>
                      <a:pt x="258" y="0"/>
                    </a:moveTo>
                    <a:lnTo>
                      <a:pt x="244" y="7"/>
                    </a:lnTo>
                    <a:lnTo>
                      <a:pt x="0" y="73"/>
                    </a:lnTo>
                    <a:lnTo>
                      <a:pt x="12" y="65"/>
                    </a:lnTo>
                    <a:lnTo>
                      <a:pt x="258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35"/>
              <p:cNvSpPr/>
              <p:nvPr/>
            </p:nvSpPr>
            <p:spPr>
              <a:xfrm>
                <a:off x="3010344" y="1569751"/>
                <a:ext cx="24418" cy="13953"/>
              </a:xfrm>
              <a:custGeom>
                <a:avLst/>
                <a:gdLst/>
                <a:ahLst/>
                <a:cxnLst/>
                <a:rect l="l" t="t" r="r" b="b"/>
                <a:pathLst>
                  <a:path w="14" h="8" extrusionOk="0">
                    <a:moveTo>
                      <a:pt x="14" y="0"/>
                    </a:moveTo>
                    <a:lnTo>
                      <a:pt x="0" y="8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35"/>
              <p:cNvSpPr/>
              <p:nvPr/>
            </p:nvSpPr>
            <p:spPr>
              <a:xfrm>
                <a:off x="2978950" y="1569751"/>
                <a:ext cx="54068" cy="20930"/>
              </a:xfrm>
              <a:custGeom>
                <a:avLst/>
                <a:gdLst/>
                <a:ahLst/>
                <a:cxnLst/>
                <a:rect l="l" t="t" r="r" b="b"/>
                <a:pathLst>
                  <a:path w="31" h="12" extrusionOk="0">
                    <a:moveTo>
                      <a:pt x="31" y="0"/>
                    </a:moveTo>
                    <a:lnTo>
                      <a:pt x="18" y="8"/>
                    </a:lnTo>
                    <a:lnTo>
                      <a:pt x="0" y="12"/>
                    </a:lnTo>
                    <a:lnTo>
                      <a:pt x="14" y="4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5"/>
              <p:cNvSpPr/>
              <p:nvPr/>
            </p:nvSpPr>
            <p:spPr>
              <a:xfrm>
                <a:off x="2952789" y="1503475"/>
                <a:ext cx="50580" cy="87206"/>
              </a:xfrm>
              <a:custGeom>
                <a:avLst/>
                <a:gdLst/>
                <a:ahLst/>
                <a:cxnLst/>
                <a:rect l="l" t="t" r="r" b="b"/>
                <a:pathLst>
                  <a:path w="29" h="50" extrusionOk="0">
                    <a:moveTo>
                      <a:pt x="29" y="42"/>
                    </a:moveTo>
                    <a:lnTo>
                      <a:pt x="15" y="50"/>
                    </a:lnTo>
                    <a:lnTo>
                      <a:pt x="0" y="7"/>
                    </a:lnTo>
                    <a:lnTo>
                      <a:pt x="14" y="0"/>
                    </a:lnTo>
                    <a:lnTo>
                      <a:pt x="29" y="4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5"/>
              <p:cNvSpPr/>
              <p:nvPr/>
            </p:nvSpPr>
            <p:spPr>
              <a:xfrm>
                <a:off x="3127200" y="1881950"/>
                <a:ext cx="31394" cy="19186"/>
              </a:xfrm>
              <a:custGeom>
                <a:avLst/>
                <a:gdLst/>
                <a:ahLst/>
                <a:cxnLst/>
                <a:rect l="l" t="t" r="r" b="b"/>
                <a:pathLst>
                  <a:path w="14" h="8" extrusionOk="0">
                    <a:moveTo>
                      <a:pt x="14" y="0"/>
                    </a:moveTo>
                    <a:cubicBezTo>
                      <a:pt x="3" y="6"/>
                      <a:pt x="3" y="6"/>
                      <a:pt x="3" y="6"/>
                    </a:cubicBezTo>
                    <a:cubicBezTo>
                      <a:pt x="2" y="7"/>
                      <a:pt x="1" y="7"/>
                      <a:pt x="0" y="8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2" y="1"/>
                      <a:pt x="13" y="1"/>
                      <a:pt x="14" y="0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5"/>
              <p:cNvSpPr/>
              <p:nvPr/>
            </p:nvSpPr>
            <p:spPr>
              <a:xfrm>
                <a:off x="2869071" y="1440686"/>
                <a:ext cx="108135" cy="74998"/>
              </a:xfrm>
              <a:custGeom>
                <a:avLst/>
                <a:gdLst/>
                <a:ahLst/>
                <a:cxnLst/>
                <a:rect l="l" t="t" r="r" b="b"/>
                <a:pathLst>
                  <a:path w="48" h="34" extrusionOk="0">
                    <a:moveTo>
                      <a:pt x="48" y="28"/>
                    </a:moveTo>
                    <a:cubicBezTo>
                      <a:pt x="37" y="34"/>
                      <a:pt x="37" y="34"/>
                      <a:pt x="37" y="34"/>
                    </a:cubicBezTo>
                    <a:cubicBezTo>
                      <a:pt x="31" y="17"/>
                      <a:pt x="14" y="6"/>
                      <a:pt x="0" y="10"/>
                    </a:cubicBezTo>
                    <a:cubicBezTo>
                      <a:pt x="11" y="4"/>
                      <a:pt x="11" y="4"/>
                      <a:pt x="11" y="4"/>
                    </a:cubicBezTo>
                    <a:cubicBezTo>
                      <a:pt x="25" y="0"/>
                      <a:pt x="41" y="11"/>
                      <a:pt x="48" y="2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5"/>
              <p:cNvSpPr/>
              <p:nvPr/>
            </p:nvSpPr>
            <p:spPr>
              <a:xfrm>
                <a:off x="2813260" y="1449407"/>
                <a:ext cx="80229" cy="27906"/>
              </a:xfrm>
              <a:custGeom>
                <a:avLst/>
                <a:gdLst/>
                <a:ahLst/>
                <a:cxnLst/>
                <a:rect l="l" t="t" r="r" b="b"/>
                <a:pathLst>
                  <a:path w="46" h="16" extrusionOk="0">
                    <a:moveTo>
                      <a:pt x="46" y="0"/>
                    </a:moveTo>
                    <a:lnTo>
                      <a:pt x="32" y="7"/>
                    </a:lnTo>
                    <a:lnTo>
                      <a:pt x="0" y="16"/>
                    </a:lnTo>
                    <a:lnTo>
                      <a:pt x="14" y="9"/>
                    </a:lnTo>
                    <a:lnTo>
                      <a:pt x="4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5"/>
              <p:cNvSpPr/>
              <p:nvPr/>
            </p:nvSpPr>
            <p:spPr>
              <a:xfrm>
                <a:off x="2975462" y="1718002"/>
                <a:ext cx="74997" cy="120345"/>
              </a:xfrm>
              <a:custGeom>
                <a:avLst/>
                <a:gdLst/>
                <a:ahLst/>
                <a:cxnLst/>
                <a:rect l="l" t="t" r="r" b="b"/>
                <a:pathLst>
                  <a:path w="43" h="69" extrusionOk="0">
                    <a:moveTo>
                      <a:pt x="43" y="69"/>
                    </a:moveTo>
                    <a:lnTo>
                      <a:pt x="0" y="0"/>
                    </a:lnTo>
                    <a:lnTo>
                      <a:pt x="0" y="0"/>
                    </a:lnTo>
                    <a:lnTo>
                      <a:pt x="43" y="69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5"/>
              <p:cNvSpPr/>
              <p:nvPr/>
            </p:nvSpPr>
            <p:spPr>
              <a:xfrm>
                <a:off x="2975462" y="1716258"/>
                <a:ext cx="0" cy="174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5"/>
              <p:cNvSpPr/>
              <p:nvPr/>
            </p:nvSpPr>
            <p:spPr>
              <a:xfrm>
                <a:off x="2801051" y="1465104"/>
                <a:ext cx="36627" cy="17441"/>
              </a:xfrm>
              <a:custGeom>
                <a:avLst/>
                <a:gdLst/>
                <a:ahLst/>
                <a:cxnLst/>
                <a:rect l="l" t="t" r="r" b="b"/>
                <a:pathLst>
                  <a:path w="16" h="8" extrusionOk="0">
                    <a:moveTo>
                      <a:pt x="0" y="8"/>
                    </a:moveTo>
                    <a:cubicBezTo>
                      <a:pt x="11" y="2"/>
                      <a:pt x="11" y="2"/>
                      <a:pt x="11" y="2"/>
                    </a:cubicBezTo>
                    <a:cubicBezTo>
                      <a:pt x="12" y="1"/>
                      <a:pt x="14" y="0"/>
                      <a:pt x="16" y="0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3" y="6"/>
                      <a:pt x="2" y="7"/>
                      <a:pt x="0" y="8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5"/>
              <p:cNvSpPr/>
              <p:nvPr/>
            </p:nvSpPr>
            <p:spPr>
              <a:xfrm>
                <a:off x="3024297" y="1857532"/>
                <a:ext cx="22674" cy="13953"/>
              </a:xfrm>
              <a:custGeom>
                <a:avLst/>
                <a:gdLst/>
                <a:ahLst/>
                <a:cxnLst/>
                <a:rect l="l" t="t" r="r" b="b"/>
                <a:pathLst>
                  <a:path w="10" h="6" extrusionOk="0">
                    <a:moveTo>
                      <a:pt x="10" y="0"/>
                    </a:moveTo>
                    <a:cubicBezTo>
                      <a:pt x="0" y="6"/>
                      <a:pt x="0" y="6"/>
                      <a:pt x="0" y="6"/>
                    </a:cubicBezTo>
                    <a:cubicBezTo>
                      <a:pt x="0" y="6"/>
                      <a:pt x="1" y="5"/>
                      <a:pt x="1" y="5"/>
                    </a:cubicBezTo>
                    <a:cubicBezTo>
                      <a:pt x="2" y="4"/>
                      <a:pt x="2" y="3"/>
                      <a:pt x="2" y="2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10" y="0"/>
                      <a:pt x="10" y="0"/>
                      <a:pt x="10" y="0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2" name="Google Shape;782;p35"/>
              <p:cNvSpPr/>
              <p:nvPr/>
            </p:nvSpPr>
            <p:spPr>
              <a:xfrm>
                <a:off x="2893489" y="1644749"/>
                <a:ext cx="6976" cy="3488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1"/>
                    </a:moveTo>
                    <a:cubicBezTo>
                      <a:pt x="3" y="1"/>
                      <a:pt x="3" y="1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3" name="Google Shape;783;p35"/>
              <p:cNvSpPr/>
              <p:nvPr/>
            </p:nvSpPr>
            <p:spPr>
              <a:xfrm>
                <a:off x="2900465" y="1644749"/>
                <a:ext cx="174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0000" extrusionOk="0">
                    <a:moveTo>
                      <a:pt x="1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5"/>
              <p:cNvSpPr/>
              <p:nvPr/>
            </p:nvSpPr>
            <p:spPr>
              <a:xfrm>
                <a:off x="2896977" y="1646493"/>
                <a:ext cx="1745" cy="17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lnTo>
                      <a:pt x="1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5"/>
              <p:cNvSpPr/>
              <p:nvPr/>
            </p:nvSpPr>
            <p:spPr>
              <a:xfrm>
                <a:off x="2898721" y="1644749"/>
                <a:ext cx="1745" cy="1745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1"/>
                    </a:moveTo>
                    <a:cubicBezTo>
                      <a:pt x="1" y="1"/>
                      <a:pt x="1" y="1"/>
                      <a:pt x="1" y="0"/>
                    </a:cubicBezTo>
                    <a:cubicBezTo>
                      <a:pt x="1" y="1"/>
                      <a:pt x="1" y="1"/>
                      <a:pt x="1" y="1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5"/>
              <p:cNvSpPr/>
              <p:nvPr/>
            </p:nvSpPr>
            <p:spPr>
              <a:xfrm>
                <a:off x="2900465" y="1644749"/>
                <a:ext cx="174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0000" extrusionOk="0">
                    <a:moveTo>
                      <a:pt x="1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5"/>
              <p:cNvSpPr/>
              <p:nvPr/>
            </p:nvSpPr>
            <p:spPr>
              <a:xfrm>
                <a:off x="3022553" y="1857532"/>
                <a:ext cx="24418" cy="13953"/>
              </a:xfrm>
              <a:custGeom>
                <a:avLst/>
                <a:gdLst/>
                <a:ahLst/>
                <a:cxnLst/>
                <a:rect l="l" t="t" r="r" b="b"/>
                <a:pathLst>
                  <a:path w="11" h="6" extrusionOk="0">
                    <a:moveTo>
                      <a:pt x="11" y="0"/>
                    </a:move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0" y="6"/>
                      <a:pt x="0" y="6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0"/>
                      <a:pt x="11" y="0"/>
                      <a:pt x="11" y="0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5"/>
              <p:cNvSpPr/>
              <p:nvPr/>
            </p:nvSpPr>
            <p:spPr>
              <a:xfrm>
                <a:off x="2860350" y="1639516"/>
                <a:ext cx="48835" cy="69765"/>
              </a:xfrm>
              <a:custGeom>
                <a:avLst/>
                <a:gdLst/>
                <a:ahLst/>
                <a:cxnLst/>
                <a:rect l="l" t="t" r="r" b="b"/>
                <a:pathLst>
                  <a:path w="22" h="31" extrusionOk="0">
                    <a:moveTo>
                      <a:pt x="22" y="0"/>
                    </a:moveTo>
                    <a:cubicBezTo>
                      <a:pt x="21" y="0"/>
                      <a:pt x="21" y="1"/>
                      <a:pt x="20" y="1"/>
                    </a:cubicBezTo>
                    <a:cubicBezTo>
                      <a:pt x="20" y="1"/>
                      <a:pt x="20" y="1"/>
                      <a:pt x="20" y="1"/>
                    </a:cubicBezTo>
                    <a:cubicBezTo>
                      <a:pt x="19" y="2"/>
                      <a:pt x="19" y="2"/>
                      <a:pt x="19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2"/>
                      <a:pt x="18" y="2"/>
                      <a:pt x="18" y="2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8" y="3"/>
                      <a:pt x="18" y="3"/>
                      <a:pt x="18" y="3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7" y="4"/>
                      <a:pt x="17" y="4"/>
                      <a:pt x="17" y="4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5"/>
                      <a:pt x="16" y="5"/>
                      <a:pt x="16" y="5"/>
                    </a:cubicBezTo>
                    <a:cubicBezTo>
                      <a:pt x="16" y="5"/>
                      <a:pt x="16" y="6"/>
                      <a:pt x="15" y="6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8"/>
                      <a:pt x="15" y="8"/>
                      <a:pt x="15" y="8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9"/>
                      <a:pt x="14" y="9"/>
                      <a:pt x="14" y="9"/>
                    </a:cubicBezTo>
                    <a:cubicBezTo>
                      <a:pt x="14" y="10"/>
                      <a:pt x="14" y="10"/>
                      <a:pt x="14" y="10"/>
                    </a:cubicBezTo>
                    <a:cubicBezTo>
                      <a:pt x="13" y="11"/>
                      <a:pt x="13" y="12"/>
                      <a:pt x="13" y="13"/>
                    </a:cubicBezTo>
                    <a:cubicBezTo>
                      <a:pt x="13" y="14"/>
                      <a:pt x="13" y="14"/>
                      <a:pt x="13" y="14"/>
                    </a:cubicBezTo>
                    <a:cubicBezTo>
                      <a:pt x="13" y="15"/>
                      <a:pt x="13" y="15"/>
                      <a:pt x="13" y="15"/>
                    </a:cubicBezTo>
                    <a:cubicBezTo>
                      <a:pt x="13" y="17"/>
                      <a:pt x="13" y="19"/>
                      <a:pt x="13" y="20"/>
                    </a:cubicBezTo>
                    <a:cubicBezTo>
                      <a:pt x="14" y="22"/>
                      <a:pt x="14" y="23"/>
                      <a:pt x="14" y="25"/>
                    </a:cubicBezTo>
                    <a:cubicBezTo>
                      <a:pt x="4" y="31"/>
                      <a:pt x="4" y="31"/>
                      <a:pt x="4" y="31"/>
                    </a:cubicBezTo>
                    <a:cubicBezTo>
                      <a:pt x="0" y="21"/>
                      <a:pt x="3" y="10"/>
                      <a:pt x="11" y="6"/>
                    </a:cubicBezTo>
                    <a:cubicBezTo>
                      <a:pt x="21" y="0"/>
                      <a:pt x="21" y="0"/>
                      <a:pt x="21" y="0"/>
                    </a:cubicBezTo>
                    <a:lnTo>
                      <a:pt x="22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5"/>
              <p:cNvSpPr/>
              <p:nvPr/>
            </p:nvSpPr>
            <p:spPr>
              <a:xfrm>
                <a:off x="2884768" y="1636028"/>
                <a:ext cx="33139" cy="17441"/>
              </a:xfrm>
              <a:custGeom>
                <a:avLst/>
                <a:gdLst/>
                <a:ahLst/>
                <a:cxnLst/>
                <a:rect l="l" t="t" r="r" b="b"/>
                <a:pathLst>
                  <a:path w="15" h="8" extrusionOk="0">
                    <a:moveTo>
                      <a:pt x="15" y="0"/>
                    </a:moveTo>
                    <a:cubicBezTo>
                      <a:pt x="13" y="1"/>
                      <a:pt x="12" y="2"/>
                      <a:pt x="10" y="3"/>
                    </a:cubicBezTo>
                    <a:cubicBezTo>
                      <a:pt x="9" y="3"/>
                      <a:pt x="9" y="3"/>
                      <a:pt x="9" y="3"/>
                    </a:cubicBezTo>
                    <a:cubicBezTo>
                      <a:pt x="8" y="4"/>
                      <a:pt x="8" y="4"/>
                      <a:pt x="8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4"/>
                      <a:pt x="7" y="4"/>
                      <a:pt x="7" y="4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6" y="5"/>
                      <a:pt x="6" y="5"/>
                      <a:pt x="6" y="5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4" y="6"/>
                      <a:pt x="4" y="6"/>
                      <a:pt x="4" y="6"/>
                    </a:cubicBezTo>
                    <a:cubicBezTo>
                      <a:pt x="3" y="7"/>
                      <a:pt x="2" y="7"/>
                      <a:pt x="0" y="8"/>
                    </a:cubicBezTo>
                    <a:cubicBezTo>
                      <a:pt x="10" y="2"/>
                      <a:pt x="10" y="2"/>
                      <a:pt x="10" y="2"/>
                    </a:cubicBezTo>
                    <a:cubicBezTo>
                      <a:pt x="11" y="2"/>
                      <a:pt x="11" y="2"/>
                      <a:pt x="11" y="2"/>
                    </a:cubicBezTo>
                    <a:cubicBezTo>
                      <a:pt x="11" y="2"/>
                      <a:pt x="12" y="1"/>
                      <a:pt x="12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3" y="1"/>
                      <a:pt x="13" y="1"/>
                      <a:pt x="13" y="1"/>
                    </a:cubicBezTo>
                    <a:cubicBezTo>
                      <a:pt x="14" y="1"/>
                      <a:pt x="14" y="1"/>
                      <a:pt x="14" y="1"/>
                    </a:cubicBezTo>
                    <a:cubicBezTo>
                      <a:pt x="14" y="0"/>
                      <a:pt x="15" y="0"/>
                      <a:pt x="15" y="0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5"/>
              <p:cNvSpPr/>
              <p:nvPr/>
            </p:nvSpPr>
            <p:spPr>
              <a:xfrm>
                <a:off x="2912674" y="1731955"/>
                <a:ext cx="24418" cy="13953"/>
              </a:xfrm>
              <a:custGeom>
                <a:avLst/>
                <a:gdLst/>
                <a:ahLst/>
                <a:cxnLst/>
                <a:rect l="l" t="t" r="r" b="b"/>
                <a:pathLst>
                  <a:path w="14" h="8" extrusionOk="0">
                    <a:moveTo>
                      <a:pt x="14" y="0"/>
                    </a:moveTo>
                    <a:lnTo>
                      <a:pt x="1" y="8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5"/>
              <p:cNvSpPr/>
              <p:nvPr/>
            </p:nvSpPr>
            <p:spPr>
              <a:xfrm>
                <a:off x="2869071" y="1695328"/>
                <a:ext cx="24418" cy="13953"/>
              </a:xfrm>
              <a:custGeom>
                <a:avLst/>
                <a:gdLst/>
                <a:ahLst/>
                <a:cxnLst/>
                <a:rect l="l" t="t" r="r" b="b"/>
                <a:pathLst>
                  <a:path w="14" h="8" extrusionOk="0">
                    <a:moveTo>
                      <a:pt x="14" y="0"/>
                    </a:moveTo>
                    <a:lnTo>
                      <a:pt x="0" y="8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5"/>
              <p:cNvSpPr/>
              <p:nvPr/>
            </p:nvSpPr>
            <p:spPr>
              <a:xfrm>
                <a:off x="2869071" y="1695328"/>
                <a:ext cx="68021" cy="50580"/>
              </a:xfrm>
              <a:custGeom>
                <a:avLst/>
                <a:gdLst/>
                <a:ahLst/>
                <a:cxnLst/>
                <a:rect l="l" t="t" r="r" b="b"/>
                <a:pathLst>
                  <a:path w="30" h="22" extrusionOk="0">
                    <a:moveTo>
                      <a:pt x="30" y="16"/>
                    </a:moveTo>
                    <a:cubicBezTo>
                      <a:pt x="19" y="22"/>
                      <a:pt x="19" y="22"/>
                      <a:pt x="19" y="22"/>
                    </a:cubicBezTo>
                    <a:cubicBezTo>
                      <a:pt x="11" y="21"/>
                      <a:pt x="3" y="15"/>
                      <a:pt x="0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4" y="9"/>
                      <a:pt x="22" y="15"/>
                      <a:pt x="30" y="1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5"/>
              <p:cNvSpPr/>
              <p:nvPr/>
            </p:nvSpPr>
            <p:spPr>
              <a:xfrm>
                <a:off x="2959765" y="1857532"/>
                <a:ext cx="85462" cy="31394"/>
              </a:xfrm>
              <a:custGeom>
                <a:avLst/>
                <a:gdLst/>
                <a:ahLst/>
                <a:cxnLst/>
                <a:rect l="l" t="t" r="r" b="b"/>
                <a:pathLst>
                  <a:path w="49" h="18" extrusionOk="0">
                    <a:moveTo>
                      <a:pt x="49" y="0"/>
                    </a:moveTo>
                    <a:lnTo>
                      <a:pt x="38" y="7"/>
                    </a:lnTo>
                    <a:lnTo>
                      <a:pt x="36" y="8"/>
                    </a:lnTo>
                    <a:lnTo>
                      <a:pt x="0" y="18"/>
                    </a:lnTo>
                    <a:lnTo>
                      <a:pt x="14" y="10"/>
                    </a:lnTo>
                    <a:lnTo>
                      <a:pt x="40" y="3"/>
                    </a:lnTo>
                    <a:lnTo>
                      <a:pt x="4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5"/>
              <p:cNvSpPr/>
              <p:nvPr/>
            </p:nvSpPr>
            <p:spPr>
              <a:xfrm>
                <a:off x="2914418" y="1731955"/>
                <a:ext cx="48835" cy="143018"/>
              </a:xfrm>
              <a:custGeom>
                <a:avLst/>
                <a:gdLst/>
                <a:ahLst/>
                <a:cxnLst/>
                <a:rect l="l" t="t" r="r" b="b"/>
                <a:pathLst>
                  <a:path w="28" h="82" extrusionOk="0">
                    <a:moveTo>
                      <a:pt x="28" y="75"/>
                    </a:moveTo>
                    <a:lnTo>
                      <a:pt x="15" y="82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28" y="7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5"/>
              <p:cNvSpPr/>
              <p:nvPr/>
            </p:nvSpPr>
            <p:spPr>
              <a:xfrm>
                <a:off x="2900465" y="1636028"/>
                <a:ext cx="17441" cy="8721"/>
              </a:xfrm>
              <a:custGeom>
                <a:avLst/>
                <a:gdLst/>
                <a:ahLst/>
                <a:cxnLst/>
                <a:rect l="l" t="t" r="r" b="b"/>
                <a:pathLst>
                  <a:path w="8" h="4" extrusionOk="0">
                    <a:moveTo>
                      <a:pt x="1" y="4"/>
                    </a:moveTo>
                    <a:cubicBezTo>
                      <a:pt x="0" y="4"/>
                      <a:pt x="0" y="4"/>
                      <a:pt x="0" y="4"/>
                    </a:cubicBezTo>
                    <a:cubicBezTo>
                      <a:pt x="1" y="4"/>
                      <a:pt x="1" y="4"/>
                      <a:pt x="1" y="4"/>
                    </a:cubicBezTo>
                    <a:cubicBezTo>
                      <a:pt x="1" y="4"/>
                      <a:pt x="1" y="4"/>
                      <a:pt x="2" y="3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2"/>
                      <a:pt x="4" y="2"/>
                    </a:cubicBezTo>
                    <a:cubicBezTo>
                      <a:pt x="4" y="2"/>
                      <a:pt x="5" y="1"/>
                      <a:pt x="5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6" y="1"/>
                      <a:pt x="6" y="1"/>
                      <a:pt x="6" y="1"/>
                    </a:cubicBezTo>
                    <a:cubicBezTo>
                      <a:pt x="7" y="1"/>
                      <a:pt x="7" y="1"/>
                      <a:pt x="7" y="1"/>
                    </a:cubicBezTo>
                    <a:cubicBezTo>
                      <a:pt x="7" y="0"/>
                      <a:pt x="8" y="0"/>
                      <a:pt x="8" y="0"/>
                    </a:cubicBezTo>
                    <a:cubicBezTo>
                      <a:pt x="6" y="1"/>
                      <a:pt x="5" y="2"/>
                      <a:pt x="3" y="3"/>
                    </a:cubicBezTo>
                    <a:cubicBezTo>
                      <a:pt x="2" y="3"/>
                      <a:pt x="2" y="3"/>
                      <a:pt x="2" y="3"/>
                    </a:cubicBezTo>
                    <a:lnTo>
                      <a:pt x="1" y="4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5"/>
              <p:cNvSpPr/>
              <p:nvPr/>
            </p:nvSpPr>
            <p:spPr>
              <a:xfrm>
                <a:off x="2890001" y="1646493"/>
                <a:ext cx="139529" cy="228481"/>
              </a:xfrm>
              <a:custGeom>
                <a:avLst/>
                <a:gdLst/>
                <a:ahLst/>
                <a:cxnLst/>
                <a:rect l="l" t="t" r="r" b="b"/>
                <a:pathLst>
                  <a:path w="62" h="102" extrusionOk="0">
                    <a:moveTo>
                      <a:pt x="62" y="96"/>
                    </a:moveTo>
                    <a:cubicBezTo>
                      <a:pt x="42" y="102"/>
                      <a:pt x="42" y="102"/>
                      <a:pt x="42" y="102"/>
                    </a:cubicBezTo>
                    <a:cubicBezTo>
                      <a:pt x="39" y="102"/>
                      <a:pt x="35" y="100"/>
                      <a:pt x="34" y="97"/>
                    </a:cubicBezTo>
                    <a:cubicBezTo>
                      <a:pt x="34" y="96"/>
                      <a:pt x="33" y="96"/>
                      <a:pt x="33" y="96"/>
                    </a:cubicBezTo>
                    <a:cubicBezTo>
                      <a:pt x="21" y="39"/>
                      <a:pt x="21" y="39"/>
                      <a:pt x="21" y="39"/>
                    </a:cubicBezTo>
                    <a:cubicBezTo>
                      <a:pt x="21" y="38"/>
                      <a:pt x="21" y="38"/>
                      <a:pt x="21" y="38"/>
                    </a:cubicBezTo>
                    <a:cubicBezTo>
                      <a:pt x="21" y="38"/>
                      <a:pt x="21" y="38"/>
                      <a:pt x="21" y="38"/>
                    </a:cubicBezTo>
                    <a:cubicBezTo>
                      <a:pt x="13" y="37"/>
                      <a:pt x="5" y="31"/>
                      <a:pt x="2" y="22"/>
                    </a:cubicBezTo>
                    <a:cubicBezTo>
                      <a:pt x="1" y="22"/>
                      <a:pt x="1" y="22"/>
                      <a:pt x="1" y="22"/>
                    </a:cubicBezTo>
                    <a:cubicBezTo>
                      <a:pt x="1" y="20"/>
                      <a:pt x="1" y="19"/>
                      <a:pt x="0" y="17"/>
                    </a:cubicBezTo>
                    <a:cubicBezTo>
                      <a:pt x="0" y="16"/>
                      <a:pt x="0" y="14"/>
                      <a:pt x="0" y="12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11"/>
                      <a:pt x="0" y="11"/>
                      <a:pt x="0" y="10"/>
                    </a:cubicBezTo>
                    <a:cubicBezTo>
                      <a:pt x="0" y="9"/>
                      <a:pt x="1" y="8"/>
                      <a:pt x="1" y="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4"/>
                      <a:pt x="2" y="4"/>
                      <a:pt x="2" y="4"/>
                    </a:cubicBezTo>
                    <a:cubicBezTo>
                      <a:pt x="2" y="3"/>
                      <a:pt x="2" y="3"/>
                      <a:pt x="2" y="3"/>
                    </a:cubicBezTo>
                    <a:cubicBezTo>
                      <a:pt x="3" y="3"/>
                      <a:pt x="3" y="2"/>
                      <a:pt x="3" y="2"/>
                    </a:cubicBezTo>
                    <a:cubicBezTo>
                      <a:pt x="3" y="2"/>
                      <a:pt x="3" y="2"/>
                      <a:pt x="3" y="2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"/>
                      <a:pt x="4" y="1"/>
                      <a:pt x="4" y="1"/>
                    </a:cubicBezTo>
                    <a:cubicBezTo>
                      <a:pt x="5" y="1"/>
                      <a:pt x="6" y="1"/>
                      <a:pt x="7" y="1"/>
                    </a:cubicBezTo>
                    <a:cubicBezTo>
                      <a:pt x="11" y="0"/>
                      <a:pt x="15" y="2"/>
                      <a:pt x="19" y="4"/>
                    </a:cubicBezTo>
                    <a:cubicBezTo>
                      <a:pt x="24" y="7"/>
                      <a:pt x="28" y="11"/>
                      <a:pt x="30" y="17"/>
                    </a:cubicBezTo>
                    <a:cubicBezTo>
                      <a:pt x="30" y="17"/>
                      <a:pt x="30" y="17"/>
                      <a:pt x="30" y="17"/>
                    </a:cubicBezTo>
                    <a:cubicBezTo>
                      <a:pt x="33" y="25"/>
                      <a:pt x="32" y="33"/>
                      <a:pt x="27" y="38"/>
                    </a:cubicBezTo>
                    <a:cubicBezTo>
                      <a:pt x="27" y="38"/>
                      <a:pt x="27" y="38"/>
                      <a:pt x="27" y="38"/>
                    </a:cubicBezTo>
                    <a:cubicBezTo>
                      <a:pt x="61" y="92"/>
                      <a:pt x="61" y="92"/>
                      <a:pt x="61" y="92"/>
                    </a:cubicBezTo>
                    <a:cubicBezTo>
                      <a:pt x="62" y="92"/>
                      <a:pt x="62" y="93"/>
                      <a:pt x="62" y="93"/>
                    </a:cubicBezTo>
                    <a:cubicBezTo>
                      <a:pt x="62" y="94"/>
                      <a:pt x="62" y="95"/>
                      <a:pt x="62" y="9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5"/>
              <p:cNvSpPr/>
              <p:nvPr/>
            </p:nvSpPr>
            <p:spPr>
              <a:xfrm>
                <a:off x="2940579" y="1862764"/>
                <a:ext cx="43603" cy="27906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19" y="6"/>
                    </a:moveTo>
                    <a:cubicBezTo>
                      <a:pt x="8" y="12"/>
                      <a:pt x="8" y="12"/>
                      <a:pt x="8" y="12"/>
                    </a:cubicBezTo>
                    <a:cubicBezTo>
                      <a:pt x="5" y="13"/>
                      <a:pt x="1" y="10"/>
                      <a:pt x="0" y="7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0" y="0"/>
                      <a:pt x="11" y="0"/>
                      <a:pt x="11" y="1"/>
                    </a:cubicBezTo>
                    <a:cubicBezTo>
                      <a:pt x="12" y="4"/>
                      <a:pt x="16" y="6"/>
                      <a:pt x="19" y="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5"/>
              <p:cNvSpPr/>
              <p:nvPr/>
            </p:nvSpPr>
            <p:spPr>
              <a:xfrm>
                <a:off x="2733031" y="1433710"/>
                <a:ext cx="73253" cy="136042"/>
              </a:xfrm>
              <a:custGeom>
                <a:avLst/>
                <a:gdLst/>
                <a:ahLst/>
                <a:cxnLst/>
                <a:rect l="l" t="t" r="r" b="b"/>
                <a:pathLst>
                  <a:path w="33" h="61" extrusionOk="0">
                    <a:moveTo>
                      <a:pt x="22" y="6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17" y="9"/>
                      <a:pt x="10" y="32"/>
                      <a:pt x="19" y="55"/>
                    </a:cubicBezTo>
                    <a:cubicBezTo>
                      <a:pt x="8" y="61"/>
                      <a:pt x="8" y="61"/>
                      <a:pt x="8" y="61"/>
                    </a:cubicBezTo>
                    <a:cubicBezTo>
                      <a:pt x="0" y="38"/>
                      <a:pt x="6" y="15"/>
                      <a:pt x="22" y="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5"/>
              <p:cNvSpPr/>
              <p:nvPr/>
            </p:nvSpPr>
            <p:spPr>
              <a:xfrm>
                <a:off x="2780121" y="1623820"/>
                <a:ext cx="52323" cy="20929"/>
              </a:xfrm>
              <a:custGeom>
                <a:avLst/>
                <a:gdLst/>
                <a:ahLst/>
                <a:cxnLst/>
                <a:rect l="l" t="t" r="r" b="b"/>
                <a:pathLst>
                  <a:path w="30" h="12" extrusionOk="0">
                    <a:moveTo>
                      <a:pt x="30" y="0"/>
                    </a:moveTo>
                    <a:lnTo>
                      <a:pt x="18" y="8"/>
                    </a:lnTo>
                    <a:lnTo>
                      <a:pt x="0" y="12"/>
                    </a:lnTo>
                    <a:lnTo>
                      <a:pt x="14" y="4"/>
                    </a:lnTo>
                    <a:lnTo>
                      <a:pt x="30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5"/>
              <p:cNvSpPr/>
              <p:nvPr/>
            </p:nvSpPr>
            <p:spPr>
              <a:xfrm>
                <a:off x="2750472" y="1557543"/>
                <a:ext cx="50580" cy="88951"/>
              </a:xfrm>
              <a:custGeom>
                <a:avLst/>
                <a:gdLst/>
                <a:ahLst/>
                <a:cxnLst/>
                <a:rect l="l" t="t" r="r" b="b"/>
                <a:pathLst>
                  <a:path w="29" h="51" extrusionOk="0">
                    <a:moveTo>
                      <a:pt x="29" y="42"/>
                    </a:moveTo>
                    <a:lnTo>
                      <a:pt x="17" y="51"/>
                    </a:lnTo>
                    <a:lnTo>
                      <a:pt x="0" y="7"/>
                    </a:lnTo>
                    <a:lnTo>
                      <a:pt x="14" y="0"/>
                    </a:lnTo>
                    <a:lnTo>
                      <a:pt x="29" y="4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5"/>
              <p:cNvSpPr/>
              <p:nvPr/>
            </p:nvSpPr>
            <p:spPr>
              <a:xfrm>
                <a:off x="2780121" y="1630796"/>
                <a:ext cx="24418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4" h="9" extrusionOk="0">
                    <a:moveTo>
                      <a:pt x="14" y="0"/>
                    </a:moveTo>
                    <a:lnTo>
                      <a:pt x="0" y="8"/>
                    </a:lnTo>
                    <a:lnTo>
                      <a:pt x="0" y="9"/>
                    </a:lnTo>
                    <a:lnTo>
                      <a:pt x="12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2" name="Google Shape;802;p35"/>
              <p:cNvSpPr/>
              <p:nvPr/>
            </p:nvSpPr>
            <p:spPr>
              <a:xfrm>
                <a:off x="2753960" y="1632540"/>
                <a:ext cx="43603" cy="61045"/>
              </a:xfrm>
              <a:custGeom>
                <a:avLst/>
                <a:gdLst/>
                <a:ahLst/>
                <a:cxnLst/>
                <a:rect l="l" t="t" r="r" b="b"/>
                <a:pathLst>
                  <a:path w="19" h="27" extrusionOk="0">
                    <a:moveTo>
                      <a:pt x="8" y="7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13" y="4"/>
                      <a:pt x="11" y="12"/>
                      <a:pt x="14" y="21"/>
                    </a:cubicBezTo>
                    <a:cubicBezTo>
                      <a:pt x="3" y="27"/>
                      <a:pt x="3" y="27"/>
                      <a:pt x="3" y="27"/>
                    </a:cubicBezTo>
                    <a:cubicBezTo>
                      <a:pt x="0" y="18"/>
                      <a:pt x="2" y="10"/>
                      <a:pt x="8" y="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3" name="Google Shape;803;p35"/>
              <p:cNvSpPr/>
              <p:nvPr/>
            </p:nvSpPr>
            <p:spPr>
              <a:xfrm>
                <a:off x="2781866" y="1566263"/>
                <a:ext cx="395913" cy="385452"/>
              </a:xfrm>
              <a:custGeom>
                <a:avLst/>
                <a:gdLst/>
                <a:ahLst/>
                <a:cxnLst/>
                <a:rect l="l" t="t" r="r" b="b"/>
                <a:pathLst>
                  <a:path w="176" h="172" extrusionOk="0">
                    <a:moveTo>
                      <a:pt x="50" y="37"/>
                    </a:moveTo>
                    <a:cubicBezTo>
                      <a:pt x="49" y="38"/>
                      <a:pt x="48" y="38"/>
                      <a:pt x="46" y="39"/>
                    </a:cubicBezTo>
                    <a:cubicBezTo>
                      <a:pt x="38" y="43"/>
                      <a:pt x="35" y="54"/>
                      <a:pt x="39" y="64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6"/>
                      <a:pt x="49" y="55"/>
                      <a:pt x="48" y="53"/>
                    </a:cubicBezTo>
                    <a:cubicBezTo>
                      <a:pt x="48" y="52"/>
                      <a:pt x="48" y="50"/>
                      <a:pt x="48" y="48"/>
                    </a:cubicBezTo>
                    <a:cubicBezTo>
                      <a:pt x="48" y="47"/>
                      <a:pt x="48" y="47"/>
                      <a:pt x="48" y="47"/>
                    </a:cubicBezTo>
                    <a:cubicBezTo>
                      <a:pt x="48" y="47"/>
                      <a:pt x="48" y="47"/>
                      <a:pt x="48" y="46"/>
                    </a:cubicBezTo>
                    <a:cubicBezTo>
                      <a:pt x="48" y="45"/>
                      <a:pt x="48" y="44"/>
                      <a:pt x="49" y="43"/>
                    </a:cubicBezTo>
                    <a:cubicBezTo>
                      <a:pt x="49" y="42"/>
                      <a:pt x="49" y="42"/>
                      <a:pt x="49" y="42"/>
                    </a:cubicBezTo>
                    <a:cubicBezTo>
                      <a:pt x="49" y="42"/>
                      <a:pt x="49" y="42"/>
                      <a:pt x="49" y="42"/>
                    </a:cubicBezTo>
                    <a:cubicBezTo>
                      <a:pt x="49" y="42"/>
                      <a:pt x="49" y="42"/>
                      <a:pt x="49" y="42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51" y="39"/>
                      <a:pt x="51" y="38"/>
                      <a:pt x="51" y="38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1" y="37"/>
                      <a:pt x="50" y="37"/>
                    </a:cubicBezTo>
                    <a:close/>
                    <a:moveTo>
                      <a:pt x="173" y="121"/>
                    </a:moveTo>
                    <a:cubicBezTo>
                      <a:pt x="133" y="15"/>
                      <a:pt x="133" y="15"/>
                      <a:pt x="133" y="15"/>
                    </a:cubicBezTo>
                    <a:cubicBezTo>
                      <a:pt x="130" y="6"/>
                      <a:pt x="121" y="0"/>
                      <a:pt x="113" y="2"/>
                    </a:cubicBezTo>
                    <a:cubicBezTo>
                      <a:pt x="113" y="2"/>
                      <a:pt x="113" y="2"/>
                      <a:pt x="113" y="2"/>
                    </a:cubicBezTo>
                    <a:cubicBezTo>
                      <a:pt x="112" y="2"/>
                      <a:pt x="112" y="2"/>
                      <a:pt x="112" y="2"/>
                    </a:cubicBezTo>
                    <a:cubicBezTo>
                      <a:pt x="99" y="5"/>
                      <a:pt x="99" y="5"/>
                      <a:pt x="99" y="5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57" y="17"/>
                      <a:pt x="57" y="17"/>
                      <a:pt x="57" y="17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23" y="26"/>
                      <a:pt x="23" y="26"/>
                      <a:pt x="23" y="26"/>
                    </a:cubicBezTo>
                    <a:cubicBezTo>
                      <a:pt x="10" y="29"/>
                      <a:pt x="10" y="29"/>
                      <a:pt x="10" y="29"/>
                    </a:cubicBezTo>
                    <a:cubicBezTo>
                      <a:pt x="9" y="29"/>
                      <a:pt x="9" y="29"/>
                      <a:pt x="9" y="29"/>
                    </a:cubicBezTo>
                    <a:cubicBezTo>
                      <a:pt x="9" y="29"/>
                      <a:pt x="9" y="29"/>
                      <a:pt x="9" y="29"/>
                    </a:cubicBezTo>
                    <a:cubicBezTo>
                      <a:pt x="8" y="30"/>
                      <a:pt x="7" y="30"/>
                      <a:pt x="7" y="31"/>
                    </a:cubicBezTo>
                    <a:cubicBezTo>
                      <a:pt x="6" y="31"/>
                      <a:pt x="6" y="31"/>
                      <a:pt x="6" y="31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5" y="32"/>
                      <a:pt x="5" y="32"/>
                      <a:pt x="5" y="32"/>
                    </a:cubicBezTo>
                    <a:cubicBezTo>
                      <a:pt x="4" y="33"/>
                      <a:pt x="4" y="33"/>
                      <a:pt x="4" y="33"/>
                    </a:cubicBezTo>
                    <a:cubicBezTo>
                      <a:pt x="4" y="33"/>
                      <a:pt x="4" y="33"/>
                      <a:pt x="4" y="33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3" y="34"/>
                      <a:pt x="3" y="34"/>
                      <a:pt x="3" y="34"/>
                    </a:cubicBezTo>
                    <a:cubicBezTo>
                      <a:pt x="3" y="35"/>
                      <a:pt x="2" y="35"/>
                      <a:pt x="2" y="36"/>
                    </a:cubicBezTo>
                    <a:cubicBezTo>
                      <a:pt x="2" y="36"/>
                      <a:pt x="2" y="36"/>
                      <a:pt x="2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8"/>
                      <a:pt x="1" y="38"/>
                    </a:cubicBezTo>
                    <a:cubicBezTo>
                      <a:pt x="1" y="38"/>
                      <a:pt x="1" y="39"/>
                      <a:pt x="1" y="40"/>
                    </a:cubicBezTo>
                    <a:cubicBezTo>
                      <a:pt x="1" y="40"/>
                      <a:pt x="1" y="41"/>
                      <a:pt x="1" y="41"/>
                    </a:cubicBezTo>
                    <a:cubicBezTo>
                      <a:pt x="0" y="42"/>
                      <a:pt x="0" y="42"/>
                      <a:pt x="0" y="43"/>
                    </a:cubicBezTo>
                    <a:cubicBezTo>
                      <a:pt x="0" y="44"/>
                      <a:pt x="0" y="44"/>
                      <a:pt x="0" y="45"/>
                    </a:cubicBezTo>
                    <a:cubicBezTo>
                      <a:pt x="1" y="45"/>
                      <a:pt x="1" y="46"/>
                      <a:pt x="1" y="46"/>
                    </a:cubicBezTo>
                    <a:cubicBezTo>
                      <a:pt x="1" y="47"/>
                      <a:pt x="1" y="47"/>
                      <a:pt x="1" y="48"/>
                    </a:cubicBezTo>
                    <a:cubicBezTo>
                      <a:pt x="1" y="48"/>
                      <a:pt x="1" y="49"/>
                      <a:pt x="1" y="49"/>
                    </a:cubicBezTo>
                    <a:cubicBezTo>
                      <a:pt x="1" y="50"/>
                      <a:pt x="2" y="50"/>
                      <a:pt x="2" y="51"/>
                    </a:cubicBezTo>
                    <a:cubicBezTo>
                      <a:pt x="41" y="156"/>
                      <a:pt x="41" y="156"/>
                      <a:pt x="41" y="156"/>
                    </a:cubicBezTo>
                    <a:cubicBezTo>
                      <a:pt x="45" y="166"/>
                      <a:pt x="54" y="172"/>
                      <a:pt x="62" y="170"/>
                    </a:cubicBezTo>
                    <a:cubicBezTo>
                      <a:pt x="85" y="164"/>
                      <a:pt x="85" y="164"/>
                      <a:pt x="85" y="164"/>
                    </a:cubicBezTo>
                    <a:cubicBezTo>
                      <a:pt x="85" y="164"/>
                      <a:pt x="85" y="164"/>
                      <a:pt x="85" y="164"/>
                    </a:cubicBezTo>
                    <a:cubicBezTo>
                      <a:pt x="112" y="156"/>
                      <a:pt x="112" y="156"/>
                      <a:pt x="112" y="156"/>
                    </a:cubicBezTo>
                    <a:cubicBezTo>
                      <a:pt x="165" y="142"/>
                      <a:pt x="165" y="142"/>
                      <a:pt x="165" y="142"/>
                    </a:cubicBezTo>
                    <a:cubicBezTo>
                      <a:pt x="166" y="142"/>
                      <a:pt x="167" y="142"/>
                      <a:pt x="168" y="141"/>
                    </a:cubicBezTo>
                    <a:cubicBezTo>
                      <a:pt x="174" y="138"/>
                      <a:pt x="176" y="129"/>
                      <a:pt x="173" y="121"/>
                    </a:cubicBezTo>
                    <a:close/>
                    <a:moveTo>
                      <a:pt x="121" y="126"/>
                    </a:moveTo>
                    <a:cubicBezTo>
                      <a:pt x="121" y="127"/>
                      <a:pt x="121" y="127"/>
                      <a:pt x="121" y="127"/>
                    </a:cubicBezTo>
                    <a:cubicBezTo>
                      <a:pt x="121" y="128"/>
                      <a:pt x="121" y="128"/>
                      <a:pt x="121" y="128"/>
                    </a:cubicBezTo>
                    <a:cubicBezTo>
                      <a:pt x="120" y="128"/>
                      <a:pt x="120" y="128"/>
                      <a:pt x="120" y="128"/>
                    </a:cubicBezTo>
                    <a:cubicBezTo>
                      <a:pt x="120" y="128"/>
                      <a:pt x="120" y="128"/>
                      <a:pt x="120" y="128"/>
                    </a:cubicBezTo>
                    <a:cubicBezTo>
                      <a:pt x="120" y="128"/>
                      <a:pt x="120" y="128"/>
                      <a:pt x="120" y="128"/>
                    </a:cubicBezTo>
                    <a:cubicBezTo>
                      <a:pt x="120" y="129"/>
                      <a:pt x="119" y="129"/>
                      <a:pt x="119" y="129"/>
                    </a:cubicBezTo>
                    <a:cubicBezTo>
                      <a:pt x="119" y="130"/>
                      <a:pt x="119" y="130"/>
                      <a:pt x="119" y="130"/>
                    </a:cubicBezTo>
                    <a:cubicBezTo>
                      <a:pt x="118" y="130"/>
                      <a:pt x="118" y="130"/>
                      <a:pt x="118" y="130"/>
                    </a:cubicBezTo>
                    <a:cubicBezTo>
                      <a:pt x="118" y="130"/>
                      <a:pt x="118" y="130"/>
                      <a:pt x="118" y="130"/>
                    </a:cubicBezTo>
                    <a:cubicBezTo>
                      <a:pt x="117" y="130"/>
                      <a:pt x="117" y="130"/>
                      <a:pt x="117" y="130"/>
                    </a:cubicBezTo>
                    <a:cubicBezTo>
                      <a:pt x="110" y="132"/>
                      <a:pt x="110" y="132"/>
                      <a:pt x="110" y="132"/>
                    </a:cubicBezTo>
                    <a:cubicBezTo>
                      <a:pt x="90" y="138"/>
                      <a:pt x="90" y="138"/>
                      <a:pt x="90" y="138"/>
                    </a:cubicBezTo>
                    <a:cubicBezTo>
                      <a:pt x="87" y="138"/>
                      <a:pt x="83" y="136"/>
                      <a:pt x="82" y="133"/>
                    </a:cubicBezTo>
                    <a:cubicBezTo>
                      <a:pt x="82" y="132"/>
                      <a:pt x="81" y="132"/>
                      <a:pt x="81" y="132"/>
                    </a:cubicBezTo>
                    <a:cubicBezTo>
                      <a:pt x="69" y="75"/>
                      <a:pt x="69" y="75"/>
                      <a:pt x="69" y="75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69" y="74"/>
                      <a:pt x="69" y="74"/>
                      <a:pt x="69" y="74"/>
                    </a:cubicBezTo>
                    <a:cubicBezTo>
                      <a:pt x="61" y="73"/>
                      <a:pt x="53" y="67"/>
                      <a:pt x="50" y="58"/>
                    </a:cubicBezTo>
                    <a:cubicBezTo>
                      <a:pt x="49" y="58"/>
                      <a:pt x="49" y="58"/>
                      <a:pt x="49" y="58"/>
                    </a:cubicBezTo>
                    <a:cubicBezTo>
                      <a:pt x="49" y="56"/>
                      <a:pt x="49" y="55"/>
                      <a:pt x="48" y="53"/>
                    </a:cubicBezTo>
                    <a:cubicBezTo>
                      <a:pt x="48" y="52"/>
                      <a:pt x="48" y="50"/>
                      <a:pt x="48" y="48"/>
                    </a:cubicBezTo>
                    <a:cubicBezTo>
                      <a:pt x="48" y="47"/>
                      <a:pt x="48" y="47"/>
                      <a:pt x="48" y="47"/>
                    </a:cubicBezTo>
                    <a:cubicBezTo>
                      <a:pt x="48" y="47"/>
                      <a:pt x="48" y="47"/>
                      <a:pt x="48" y="46"/>
                    </a:cubicBezTo>
                    <a:cubicBezTo>
                      <a:pt x="48" y="45"/>
                      <a:pt x="49" y="44"/>
                      <a:pt x="49" y="43"/>
                    </a:cubicBezTo>
                    <a:cubicBezTo>
                      <a:pt x="49" y="42"/>
                      <a:pt x="49" y="42"/>
                      <a:pt x="49" y="42"/>
                    </a:cubicBezTo>
                    <a:cubicBezTo>
                      <a:pt x="49" y="42"/>
                      <a:pt x="49" y="42"/>
                      <a:pt x="49" y="42"/>
                    </a:cubicBezTo>
                    <a:cubicBezTo>
                      <a:pt x="49" y="42"/>
                      <a:pt x="49" y="42"/>
                      <a:pt x="49" y="42"/>
                    </a:cubicBezTo>
                    <a:cubicBezTo>
                      <a:pt x="50" y="41"/>
                      <a:pt x="50" y="41"/>
                      <a:pt x="50" y="41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40"/>
                      <a:pt x="50" y="40"/>
                      <a:pt x="50" y="40"/>
                    </a:cubicBezTo>
                    <a:cubicBezTo>
                      <a:pt x="50" y="39"/>
                      <a:pt x="50" y="39"/>
                      <a:pt x="50" y="39"/>
                    </a:cubicBezTo>
                    <a:cubicBezTo>
                      <a:pt x="51" y="39"/>
                      <a:pt x="51" y="38"/>
                      <a:pt x="51" y="38"/>
                    </a:cubicBezTo>
                    <a:cubicBezTo>
                      <a:pt x="51" y="38"/>
                      <a:pt x="51" y="38"/>
                      <a:pt x="51" y="38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2" y="37"/>
                      <a:pt x="52" y="37"/>
                      <a:pt x="52" y="37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36"/>
                      <a:pt x="53" y="36"/>
                      <a:pt x="53" y="36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3" y="35"/>
                      <a:pt x="53" y="35"/>
                      <a:pt x="53" y="35"/>
                    </a:cubicBezTo>
                    <a:cubicBezTo>
                      <a:pt x="54" y="35"/>
                      <a:pt x="54" y="35"/>
                      <a:pt x="54" y="35"/>
                    </a:cubicBezTo>
                    <a:cubicBezTo>
                      <a:pt x="54" y="35"/>
                      <a:pt x="54" y="35"/>
                      <a:pt x="55" y="34"/>
                    </a:cubicBezTo>
                    <a:cubicBezTo>
                      <a:pt x="55" y="34"/>
                      <a:pt x="55" y="34"/>
                      <a:pt x="55" y="34"/>
                    </a:cubicBezTo>
                    <a:cubicBezTo>
                      <a:pt x="56" y="33"/>
                      <a:pt x="56" y="33"/>
                      <a:pt x="56" y="33"/>
                    </a:cubicBezTo>
                    <a:cubicBezTo>
                      <a:pt x="57" y="33"/>
                      <a:pt x="57" y="33"/>
                      <a:pt x="57" y="33"/>
                    </a:cubicBezTo>
                    <a:cubicBezTo>
                      <a:pt x="57" y="33"/>
                      <a:pt x="58" y="32"/>
                      <a:pt x="58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59" y="32"/>
                      <a:pt x="59" y="32"/>
                      <a:pt x="59" y="32"/>
                    </a:cubicBezTo>
                    <a:cubicBezTo>
                      <a:pt x="60" y="32"/>
                      <a:pt x="60" y="32"/>
                      <a:pt x="60" y="32"/>
                    </a:cubicBezTo>
                    <a:cubicBezTo>
                      <a:pt x="60" y="31"/>
                      <a:pt x="61" y="31"/>
                      <a:pt x="61" y="31"/>
                    </a:cubicBezTo>
                    <a:cubicBezTo>
                      <a:pt x="63" y="31"/>
                      <a:pt x="64" y="30"/>
                      <a:pt x="66" y="30"/>
                    </a:cubicBezTo>
                    <a:cubicBezTo>
                      <a:pt x="70" y="30"/>
                      <a:pt x="74" y="31"/>
                      <a:pt x="77" y="34"/>
                    </a:cubicBezTo>
                    <a:cubicBezTo>
                      <a:pt x="82" y="36"/>
                      <a:pt x="86" y="41"/>
                      <a:pt x="89" y="47"/>
                    </a:cubicBezTo>
                    <a:cubicBezTo>
                      <a:pt x="89" y="47"/>
                      <a:pt x="89" y="47"/>
                      <a:pt x="89" y="47"/>
                    </a:cubicBezTo>
                    <a:cubicBezTo>
                      <a:pt x="90" y="51"/>
                      <a:pt x="90" y="54"/>
                      <a:pt x="90" y="57"/>
                    </a:cubicBezTo>
                    <a:cubicBezTo>
                      <a:pt x="90" y="59"/>
                      <a:pt x="90" y="61"/>
                      <a:pt x="89" y="62"/>
                    </a:cubicBezTo>
                    <a:cubicBezTo>
                      <a:pt x="89" y="63"/>
                      <a:pt x="89" y="63"/>
                      <a:pt x="88" y="64"/>
                    </a:cubicBezTo>
                    <a:cubicBezTo>
                      <a:pt x="88" y="64"/>
                      <a:pt x="88" y="64"/>
                      <a:pt x="88" y="64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88" y="65"/>
                      <a:pt x="88" y="65"/>
                      <a:pt x="88" y="65"/>
                    </a:cubicBezTo>
                    <a:cubicBezTo>
                      <a:pt x="87" y="66"/>
                      <a:pt x="87" y="66"/>
                      <a:pt x="87" y="66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7" y="67"/>
                      <a:pt x="87" y="67"/>
                      <a:pt x="87" y="67"/>
                    </a:cubicBezTo>
                    <a:cubicBezTo>
                      <a:pt x="86" y="67"/>
                      <a:pt x="86" y="67"/>
                      <a:pt x="86" y="67"/>
                    </a:cubicBezTo>
                    <a:cubicBezTo>
                      <a:pt x="86" y="68"/>
                      <a:pt x="86" y="68"/>
                      <a:pt x="86" y="68"/>
                    </a:cubicBezTo>
                    <a:cubicBezTo>
                      <a:pt x="120" y="121"/>
                      <a:pt x="120" y="121"/>
                      <a:pt x="120" y="121"/>
                    </a:cubicBezTo>
                    <a:cubicBezTo>
                      <a:pt x="120" y="122"/>
                      <a:pt x="120" y="122"/>
                      <a:pt x="120" y="122"/>
                    </a:cubicBezTo>
                    <a:cubicBezTo>
                      <a:pt x="120" y="122"/>
                      <a:pt x="120" y="122"/>
                      <a:pt x="121" y="123"/>
                    </a:cubicBezTo>
                    <a:cubicBezTo>
                      <a:pt x="121" y="124"/>
                      <a:pt x="121" y="125"/>
                      <a:pt x="121" y="126"/>
                    </a:cubicBezTo>
                    <a:close/>
                    <a:moveTo>
                      <a:pt x="49" y="58"/>
                    </a:moveTo>
                    <a:cubicBezTo>
                      <a:pt x="39" y="64"/>
                      <a:pt x="39" y="64"/>
                      <a:pt x="39" y="64"/>
                    </a:cubicBezTo>
                    <a:cubicBezTo>
                      <a:pt x="39" y="64"/>
                      <a:pt x="39" y="64"/>
                      <a:pt x="39" y="64"/>
                    </a:cubicBezTo>
                    <a:cubicBezTo>
                      <a:pt x="50" y="58"/>
                      <a:pt x="50" y="58"/>
                      <a:pt x="50" y="58"/>
                    </a:cubicBezTo>
                    <a:lnTo>
                      <a:pt x="49" y="58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5"/>
              <p:cNvSpPr/>
              <p:nvPr/>
            </p:nvSpPr>
            <p:spPr>
              <a:xfrm>
                <a:off x="2898721" y="1632540"/>
                <a:ext cx="155226" cy="230224"/>
              </a:xfrm>
              <a:custGeom>
                <a:avLst/>
                <a:gdLst/>
                <a:ahLst/>
                <a:cxnLst/>
                <a:rect l="l" t="t" r="r" b="b"/>
                <a:pathLst>
                  <a:path w="69" h="102" extrusionOk="0">
                    <a:moveTo>
                      <a:pt x="69" y="96"/>
                    </a:moveTo>
                    <a:cubicBezTo>
                      <a:pt x="69" y="96"/>
                      <a:pt x="69" y="96"/>
                      <a:pt x="69" y="96"/>
                    </a:cubicBezTo>
                    <a:cubicBezTo>
                      <a:pt x="69" y="97"/>
                      <a:pt x="69" y="97"/>
                      <a:pt x="69" y="97"/>
                    </a:cubicBezTo>
                    <a:cubicBezTo>
                      <a:pt x="69" y="98"/>
                      <a:pt x="69" y="98"/>
                      <a:pt x="69" y="98"/>
                    </a:cubicBezTo>
                    <a:cubicBezTo>
                      <a:pt x="68" y="98"/>
                      <a:pt x="68" y="98"/>
                      <a:pt x="68" y="98"/>
                    </a:cubicBezTo>
                    <a:cubicBezTo>
                      <a:pt x="68" y="98"/>
                      <a:pt x="68" y="98"/>
                      <a:pt x="68" y="98"/>
                    </a:cubicBezTo>
                    <a:cubicBezTo>
                      <a:pt x="68" y="98"/>
                      <a:pt x="68" y="98"/>
                      <a:pt x="68" y="98"/>
                    </a:cubicBezTo>
                    <a:cubicBezTo>
                      <a:pt x="68" y="99"/>
                      <a:pt x="67" y="99"/>
                      <a:pt x="67" y="99"/>
                    </a:cubicBezTo>
                    <a:cubicBezTo>
                      <a:pt x="67" y="100"/>
                      <a:pt x="67" y="100"/>
                      <a:pt x="67" y="100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6" y="100"/>
                      <a:pt x="66" y="100"/>
                      <a:pt x="66" y="100"/>
                    </a:cubicBezTo>
                    <a:cubicBezTo>
                      <a:pt x="65" y="100"/>
                      <a:pt x="65" y="100"/>
                      <a:pt x="65" y="100"/>
                    </a:cubicBezTo>
                    <a:cubicBezTo>
                      <a:pt x="58" y="102"/>
                      <a:pt x="58" y="102"/>
                      <a:pt x="58" y="102"/>
                    </a:cubicBezTo>
                    <a:cubicBezTo>
                      <a:pt x="58" y="101"/>
                      <a:pt x="58" y="100"/>
                      <a:pt x="58" y="99"/>
                    </a:cubicBezTo>
                    <a:cubicBezTo>
                      <a:pt x="58" y="99"/>
                      <a:pt x="58" y="98"/>
                      <a:pt x="57" y="98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3" y="44"/>
                      <a:pt x="23" y="44"/>
                      <a:pt x="23" y="44"/>
                    </a:cubicBezTo>
                    <a:cubicBezTo>
                      <a:pt x="28" y="39"/>
                      <a:pt x="29" y="31"/>
                      <a:pt x="26" y="23"/>
                    </a:cubicBezTo>
                    <a:cubicBezTo>
                      <a:pt x="26" y="23"/>
                      <a:pt x="26" y="23"/>
                      <a:pt x="26" y="23"/>
                    </a:cubicBezTo>
                    <a:cubicBezTo>
                      <a:pt x="24" y="17"/>
                      <a:pt x="20" y="13"/>
                      <a:pt x="15" y="10"/>
                    </a:cubicBezTo>
                    <a:cubicBezTo>
                      <a:pt x="11" y="8"/>
                      <a:pt x="7" y="6"/>
                      <a:pt x="3" y="7"/>
                    </a:cubicBezTo>
                    <a:cubicBezTo>
                      <a:pt x="2" y="7"/>
                      <a:pt x="1" y="7"/>
                      <a:pt x="0" y="7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6"/>
                      <a:pt x="1" y="6"/>
                      <a:pt x="1" y="6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3" y="4"/>
                      <a:pt x="3" y="4"/>
                      <a:pt x="3" y="4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3"/>
                      <a:pt x="7" y="2"/>
                      <a:pt x="9" y="1"/>
                    </a:cubicBezTo>
                    <a:cubicBezTo>
                      <a:pt x="11" y="1"/>
                      <a:pt x="12" y="0"/>
                      <a:pt x="14" y="0"/>
                    </a:cubicBezTo>
                    <a:cubicBezTo>
                      <a:pt x="18" y="0"/>
                      <a:pt x="22" y="1"/>
                      <a:pt x="25" y="4"/>
                    </a:cubicBezTo>
                    <a:cubicBezTo>
                      <a:pt x="30" y="6"/>
                      <a:pt x="34" y="11"/>
                      <a:pt x="37" y="17"/>
                    </a:cubicBezTo>
                    <a:cubicBezTo>
                      <a:pt x="37" y="17"/>
                      <a:pt x="37" y="17"/>
                      <a:pt x="37" y="17"/>
                    </a:cubicBezTo>
                    <a:cubicBezTo>
                      <a:pt x="38" y="21"/>
                      <a:pt x="38" y="24"/>
                      <a:pt x="38" y="27"/>
                    </a:cubicBezTo>
                    <a:cubicBezTo>
                      <a:pt x="38" y="29"/>
                      <a:pt x="38" y="31"/>
                      <a:pt x="37" y="32"/>
                    </a:cubicBezTo>
                    <a:cubicBezTo>
                      <a:pt x="37" y="33"/>
                      <a:pt x="37" y="33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4"/>
                      <a:pt x="36" y="34"/>
                      <a:pt x="36" y="34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6" y="35"/>
                      <a:pt x="36" y="35"/>
                      <a:pt x="36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5" y="37"/>
                      <a:pt x="35" y="37"/>
                      <a:pt x="35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4" y="38"/>
                      <a:pt x="34" y="38"/>
                      <a:pt x="34" y="38"/>
                    </a:cubicBezTo>
                    <a:cubicBezTo>
                      <a:pt x="68" y="91"/>
                      <a:pt x="68" y="91"/>
                      <a:pt x="68" y="91"/>
                    </a:cubicBezTo>
                    <a:cubicBezTo>
                      <a:pt x="68" y="92"/>
                      <a:pt x="68" y="92"/>
                      <a:pt x="68" y="92"/>
                    </a:cubicBezTo>
                    <a:cubicBezTo>
                      <a:pt x="68" y="92"/>
                      <a:pt x="68" y="92"/>
                      <a:pt x="69" y="93"/>
                    </a:cubicBezTo>
                    <a:cubicBezTo>
                      <a:pt x="69" y="94"/>
                      <a:pt x="69" y="95"/>
                      <a:pt x="69" y="9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5"/>
              <p:cNvSpPr/>
              <p:nvPr/>
            </p:nvSpPr>
            <p:spPr>
              <a:xfrm>
                <a:off x="2752216" y="1397084"/>
                <a:ext cx="282546" cy="233713"/>
              </a:xfrm>
              <a:custGeom>
                <a:avLst/>
                <a:gdLst/>
                <a:ahLst/>
                <a:cxnLst/>
                <a:rect l="l" t="t" r="r" b="b"/>
                <a:pathLst>
                  <a:path w="126" h="104" extrusionOk="0">
                    <a:moveTo>
                      <a:pt x="56" y="6"/>
                    </a:moveTo>
                    <a:cubicBezTo>
                      <a:pt x="78" y="0"/>
                      <a:pt x="104" y="17"/>
                      <a:pt x="114" y="43"/>
                    </a:cubicBezTo>
                    <a:cubicBezTo>
                      <a:pt x="126" y="77"/>
                      <a:pt x="126" y="77"/>
                      <a:pt x="126" y="77"/>
                    </a:cubicBezTo>
                    <a:cubicBezTo>
                      <a:pt x="125" y="77"/>
                      <a:pt x="125" y="77"/>
                      <a:pt x="125" y="77"/>
                    </a:cubicBezTo>
                    <a:cubicBezTo>
                      <a:pt x="112" y="80"/>
                      <a:pt x="112" y="80"/>
                      <a:pt x="112" y="80"/>
                    </a:cubicBezTo>
                    <a:cubicBezTo>
                      <a:pt x="100" y="47"/>
                      <a:pt x="100" y="47"/>
                      <a:pt x="100" y="47"/>
                    </a:cubicBezTo>
                    <a:cubicBezTo>
                      <a:pt x="93" y="30"/>
                      <a:pt x="77" y="19"/>
                      <a:pt x="63" y="23"/>
                    </a:cubicBezTo>
                    <a:cubicBezTo>
                      <a:pt x="38" y="30"/>
                      <a:pt x="38" y="30"/>
                      <a:pt x="38" y="30"/>
                    </a:cubicBezTo>
                    <a:cubicBezTo>
                      <a:pt x="24" y="34"/>
                      <a:pt x="18" y="50"/>
                      <a:pt x="24" y="67"/>
                    </a:cubicBezTo>
                    <a:cubicBezTo>
                      <a:pt x="36" y="101"/>
                      <a:pt x="36" y="101"/>
                      <a:pt x="36" y="101"/>
                    </a:cubicBezTo>
                    <a:cubicBezTo>
                      <a:pt x="23" y="104"/>
                      <a:pt x="23" y="104"/>
                      <a:pt x="23" y="104"/>
                    </a:cubicBezTo>
                    <a:cubicBezTo>
                      <a:pt x="22" y="104"/>
                      <a:pt x="22" y="104"/>
                      <a:pt x="22" y="104"/>
                    </a:cubicBezTo>
                    <a:cubicBezTo>
                      <a:pt x="10" y="71"/>
                      <a:pt x="10" y="71"/>
                      <a:pt x="10" y="71"/>
                    </a:cubicBezTo>
                    <a:cubicBezTo>
                      <a:pt x="0" y="45"/>
                      <a:pt x="10" y="19"/>
                      <a:pt x="31" y="13"/>
                    </a:cubicBezTo>
                    <a:lnTo>
                      <a:pt x="56" y="6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5"/>
              <p:cNvSpPr/>
              <p:nvPr/>
            </p:nvSpPr>
            <p:spPr>
              <a:xfrm>
                <a:off x="2898721" y="1885438"/>
                <a:ext cx="252896" cy="74998"/>
              </a:xfrm>
              <a:custGeom>
                <a:avLst/>
                <a:gdLst/>
                <a:ahLst/>
                <a:cxnLst/>
                <a:rect l="l" t="t" r="r" b="b"/>
                <a:pathLst>
                  <a:path w="145" h="43" extrusionOk="0">
                    <a:moveTo>
                      <a:pt x="145" y="0"/>
                    </a:moveTo>
                    <a:lnTo>
                      <a:pt x="131" y="9"/>
                    </a:lnTo>
                    <a:lnTo>
                      <a:pt x="0" y="43"/>
                    </a:lnTo>
                    <a:lnTo>
                      <a:pt x="13" y="36"/>
                    </a:lnTo>
                    <a:lnTo>
                      <a:pt x="14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5"/>
              <p:cNvSpPr/>
              <p:nvPr/>
            </p:nvSpPr>
            <p:spPr>
              <a:xfrm>
                <a:off x="2760937" y="1679632"/>
                <a:ext cx="113368" cy="249410"/>
              </a:xfrm>
              <a:custGeom>
                <a:avLst/>
                <a:gdLst/>
                <a:ahLst/>
                <a:cxnLst/>
                <a:rect l="l" t="t" r="r" b="b"/>
                <a:pathLst>
                  <a:path w="65" h="143" extrusionOk="0">
                    <a:moveTo>
                      <a:pt x="65" y="136"/>
                    </a:moveTo>
                    <a:lnTo>
                      <a:pt x="52" y="143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65" y="13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5"/>
              <p:cNvSpPr/>
              <p:nvPr/>
            </p:nvSpPr>
            <p:spPr>
              <a:xfrm>
                <a:off x="2851630" y="1916833"/>
                <a:ext cx="69764" cy="4883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2" extrusionOk="0">
                    <a:moveTo>
                      <a:pt x="31" y="14"/>
                    </a:moveTo>
                    <a:cubicBezTo>
                      <a:pt x="21" y="20"/>
                      <a:pt x="21" y="20"/>
                      <a:pt x="21" y="20"/>
                    </a:cubicBezTo>
                    <a:cubicBezTo>
                      <a:pt x="13" y="22"/>
                      <a:pt x="3" y="16"/>
                      <a:pt x="0" y="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4" y="10"/>
                      <a:pt x="23" y="16"/>
                      <a:pt x="31" y="1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5"/>
              <p:cNvSpPr/>
              <p:nvPr/>
            </p:nvSpPr>
            <p:spPr>
              <a:xfrm>
                <a:off x="3226613" y="2176706"/>
                <a:ext cx="24418" cy="17441"/>
              </a:xfrm>
              <a:custGeom>
                <a:avLst/>
                <a:gdLst/>
                <a:ahLst/>
                <a:cxnLst/>
                <a:rect l="l" t="t" r="r" b="b"/>
                <a:pathLst>
                  <a:path w="14" h="10" extrusionOk="0">
                    <a:moveTo>
                      <a:pt x="14" y="3"/>
                    </a:moveTo>
                    <a:lnTo>
                      <a:pt x="0" y="10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14" y="3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5"/>
              <p:cNvSpPr/>
              <p:nvPr/>
            </p:nvSpPr>
            <p:spPr>
              <a:xfrm>
                <a:off x="3221381" y="2174963"/>
                <a:ext cx="27906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2" h="7" extrusionOk="0">
                    <a:moveTo>
                      <a:pt x="12" y="1"/>
                    </a:moveTo>
                    <a:cubicBezTo>
                      <a:pt x="2" y="7"/>
                      <a:pt x="2" y="7"/>
                      <a:pt x="2" y="7"/>
                    </a:cubicBezTo>
                    <a:cubicBezTo>
                      <a:pt x="1" y="7"/>
                      <a:pt x="1" y="6"/>
                      <a:pt x="0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0"/>
                      <a:pt x="12" y="0"/>
                      <a:pt x="12" y="1"/>
                    </a:cubicBez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5"/>
              <p:cNvSpPr/>
              <p:nvPr/>
            </p:nvSpPr>
            <p:spPr>
              <a:xfrm>
                <a:off x="3226613" y="2181939"/>
                <a:ext cx="24418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1" h="7" extrusionOk="0">
                    <a:moveTo>
                      <a:pt x="11" y="1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6"/>
                      <a:pt x="0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1"/>
                      <a:pt x="11" y="1"/>
                    </a:cubicBez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5"/>
              <p:cNvSpPr/>
              <p:nvPr/>
            </p:nvSpPr>
            <p:spPr>
              <a:xfrm>
                <a:off x="3226613" y="2183683"/>
                <a:ext cx="24418" cy="13953"/>
              </a:xfrm>
              <a:custGeom>
                <a:avLst/>
                <a:gdLst/>
                <a:ahLst/>
                <a:cxnLst/>
                <a:rect l="l" t="t" r="r" b="b"/>
                <a:pathLst>
                  <a:path w="14" h="8" extrusionOk="0">
                    <a:moveTo>
                      <a:pt x="14" y="0"/>
                    </a:moveTo>
                    <a:lnTo>
                      <a:pt x="0" y="8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4" y="0"/>
                    </a:ln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5"/>
              <p:cNvSpPr/>
              <p:nvPr/>
            </p:nvSpPr>
            <p:spPr>
              <a:xfrm>
                <a:off x="3305099" y="2326701"/>
                <a:ext cx="47091" cy="20929"/>
              </a:xfrm>
              <a:custGeom>
                <a:avLst/>
                <a:gdLst/>
                <a:ahLst/>
                <a:cxnLst/>
                <a:rect l="l" t="t" r="r" b="b"/>
                <a:pathLst>
                  <a:path w="27" h="12" extrusionOk="0">
                    <a:moveTo>
                      <a:pt x="27" y="0"/>
                    </a:moveTo>
                    <a:lnTo>
                      <a:pt x="13" y="8"/>
                    </a:lnTo>
                    <a:lnTo>
                      <a:pt x="0" y="12"/>
                    </a:lnTo>
                    <a:lnTo>
                      <a:pt x="14" y="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5"/>
              <p:cNvSpPr/>
              <p:nvPr/>
            </p:nvSpPr>
            <p:spPr>
              <a:xfrm>
                <a:off x="3245799" y="2232518"/>
                <a:ext cx="26162" cy="19186"/>
              </a:xfrm>
              <a:custGeom>
                <a:avLst/>
                <a:gdLst/>
                <a:ahLst/>
                <a:cxnLst/>
                <a:rect l="l" t="t" r="r" b="b"/>
                <a:pathLst>
                  <a:path w="15" h="11" extrusionOk="0">
                    <a:moveTo>
                      <a:pt x="15" y="3"/>
                    </a:moveTo>
                    <a:lnTo>
                      <a:pt x="2" y="11"/>
                    </a:lnTo>
                    <a:lnTo>
                      <a:pt x="0" y="8"/>
                    </a:lnTo>
                    <a:lnTo>
                      <a:pt x="15" y="0"/>
                    </a:lnTo>
                    <a:lnTo>
                      <a:pt x="15" y="3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5"/>
              <p:cNvSpPr/>
              <p:nvPr/>
            </p:nvSpPr>
            <p:spPr>
              <a:xfrm>
                <a:off x="3244054" y="2230775"/>
                <a:ext cx="27906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2" h="7" extrusionOk="0">
                    <a:moveTo>
                      <a:pt x="12" y="1"/>
                    </a:move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0" y="7"/>
                      <a:pt x="0" y="7"/>
                    </a:cubicBezTo>
                    <a:cubicBezTo>
                      <a:pt x="11" y="1"/>
                      <a:pt x="11" y="1"/>
                      <a:pt x="11" y="1"/>
                    </a:cubicBezTo>
                    <a:cubicBezTo>
                      <a:pt x="11" y="0"/>
                      <a:pt x="12" y="1"/>
                      <a:pt x="12" y="1"/>
                    </a:cubicBez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5"/>
              <p:cNvSpPr/>
              <p:nvPr/>
            </p:nvSpPr>
            <p:spPr>
              <a:xfrm>
                <a:off x="3245799" y="2237751"/>
                <a:ext cx="27906" cy="17441"/>
              </a:xfrm>
              <a:custGeom>
                <a:avLst/>
                <a:gdLst/>
                <a:ahLst/>
                <a:cxnLst/>
                <a:rect l="l" t="t" r="r" b="b"/>
                <a:pathLst>
                  <a:path w="12" h="8" extrusionOk="0">
                    <a:moveTo>
                      <a:pt x="11" y="1"/>
                    </a:moveTo>
                    <a:cubicBezTo>
                      <a:pt x="0" y="8"/>
                      <a:pt x="0" y="8"/>
                      <a:pt x="0" y="8"/>
                    </a:cubicBezTo>
                    <a:cubicBezTo>
                      <a:pt x="1" y="7"/>
                      <a:pt x="1" y="7"/>
                      <a:pt x="1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2" y="1"/>
                      <a:pt x="11" y="1"/>
                      <a:pt x="11" y="1"/>
                    </a:cubicBez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5"/>
              <p:cNvSpPr/>
              <p:nvPr/>
            </p:nvSpPr>
            <p:spPr>
              <a:xfrm>
                <a:off x="3245799" y="2239495"/>
                <a:ext cx="26162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5" y="0"/>
                    </a:moveTo>
                    <a:lnTo>
                      <a:pt x="0" y="9"/>
                    </a:lnTo>
                    <a:lnTo>
                      <a:pt x="0" y="9"/>
                    </a:lnTo>
                    <a:lnTo>
                      <a:pt x="15" y="0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5"/>
              <p:cNvSpPr/>
              <p:nvPr/>
            </p:nvSpPr>
            <p:spPr>
              <a:xfrm>
                <a:off x="3249287" y="2270889"/>
                <a:ext cx="80229" cy="76742"/>
              </a:xfrm>
              <a:custGeom>
                <a:avLst/>
                <a:gdLst/>
                <a:ahLst/>
                <a:cxnLst/>
                <a:rect l="l" t="t" r="r" b="b"/>
                <a:pathLst>
                  <a:path w="46" h="44" extrusionOk="0">
                    <a:moveTo>
                      <a:pt x="46" y="36"/>
                    </a:moveTo>
                    <a:lnTo>
                      <a:pt x="32" y="44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46" y="36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19" name="Google Shape;819;p35"/>
              <p:cNvPicPr preferRelativeResize="0"/>
              <p:nvPr/>
            </p:nvPicPr>
            <p:blipFill rotWithShape="1">
              <a:blip r:embed="rId20">
                <a:alphaModFix/>
              </a:blip>
              <a:srcRect/>
              <a:stretch/>
            </p:blipFill>
            <p:spPr>
              <a:xfrm>
                <a:off x="2999879" y="2326701"/>
                <a:ext cx="47091" cy="4709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20" name="Google Shape;820;p35"/>
              <p:cNvSpPr/>
              <p:nvPr/>
            </p:nvSpPr>
            <p:spPr>
              <a:xfrm>
                <a:off x="3010344" y="2270889"/>
                <a:ext cx="261617" cy="78486"/>
              </a:xfrm>
              <a:custGeom>
                <a:avLst/>
                <a:gdLst/>
                <a:ahLst/>
                <a:cxnLst/>
                <a:rect l="l" t="t" r="r" b="b"/>
                <a:pathLst>
                  <a:path w="150" h="45" extrusionOk="0">
                    <a:moveTo>
                      <a:pt x="150" y="0"/>
                    </a:moveTo>
                    <a:lnTo>
                      <a:pt x="137" y="8"/>
                    </a:lnTo>
                    <a:lnTo>
                      <a:pt x="0" y="45"/>
                    </a:lnTo>
                    <a:lnTo>
                      <a:pt x="13" y="37"/>
                    </a:lnTo>
                    <a:lnTo>
                      <a:pt x="150" y="0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5"/>
              <p:cNvSpPr/>
              <p:nvPr/>
            </p:nvSpPr>
            <p:spPr>
              <a:xfrm>
                <a:off x="2923138" y="2255193"/>
                <a:ext cx="24418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1" h="7" extrusionOk="0">
                    <a:moveTo>
                      <a:pt x="0" y="6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1"/>
                      <a:pt x="11" y="1"/>
                    </a:cubicBezTo>
                    <a:cubicBezTo>
                      <a:pt x="0" y="7"/>
                      <a:pt x="0" y="7"/>
                      <a:pt x="0" y="7"/>
                    </a:cubicBezTo>
                    <a:cubicBezTo>
                      <a:pt x="0" y="7"/>
                      <a:pt x="0" y="6"/>
                      <a:pt x="0" y="6"/>
                    </a:cubicBez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5"/>
              <p:cNvSpPr/>
              <p:nvPr/>
            </p:nvSpPr>
            <p:spPr>
              <a:xfrm>
                <a:off x="2947556" y="2174963"/>
                <a:ext cx="303475" cy="88951"/>
              </a:xfrm>
              <a:custGeom>
                <a:avLst/>
                <a:gdLst/>
                <a:ahLst/>
                <a:cxnLst/>
                <a:rect l="l" t="t" r="r" b="b"/>
                <a:pathLst>
                  <a:path w="135" h="40" extrusionOk="0">
                    <a:moveTo>
                      <a:pt x="133" y="0"/>
                    </a:moveTo>
                    <a:cubicBezTo>
                      <a:pt x="134" y="0"/>
                      <a:pt x="134" y="0"/>
                      <a:pt x="134" y="1"/>
                    </a:cubicBezTo>
                    <a:cubicBezTo>
                      <a:pt x="135" y="3"/>
                      <a:pt x="135" y="3"/>
                      <a:pt x="135" y="3"/>
                    </a:cubicBezTo>
                    <a:cubicBezTo>
                      <a:pt x="135" y="3"/>
                      <a:pt x="135" y="4"/>
                      <a:pt x="135" y="4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1" y="40"/>
                      <a:pt x="1" y="40"/>
                      <a:pt x="0" y="3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6"/>
                      <a:pt x="0" y="36"/>
                    </a:cubicBezTo>
                    <a:lnTo>
                      <a:pt x="13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5"/>
              <p:cNvSpPr/>
              <p:nvPr/>
            </p:nvSpPr>
            <p:spPr>
              <a:xfrm>
                <a:off x="2924883" y="2262169"/>
                <a:ext cx="27906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2" h="7" extrusionOk="0">
                    <a:moveTo>
                      <a:pt x="12" y="1"/>
                    </a:move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0" y="7"/>
                      <a:pt x="0" y="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1"/>
                      <a:pt x="12" y="1"/>
                    </a:cubicBez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4" name="Google Shape;824;p35"/>
              <p:cNvSpPr/>
              <p:nvPr/>
            </p:nvSpPr>
            <p:spPr>
              <a:xfrm>
                <a:off x="2923138" y="2255193"/>
                <a:ext cx="24418" cy="13953"/>
              </a:xfrm>
              <a:custGeom>
                <a:avLst/>
                <a:gdLst/>
                <a:ahLst/>
                <a:cxnLst/>
                <a:rect l="l" t="t" r="r" b="b"/>
                <a:pathLst>
                  <a:path w="14" h="8" extrusionOk="0">
                    <a:moveTo>
                      <a:pt x="0" y="8"/>
                    </a:moveTo>
                    <a:lnTo>
                      <a:pt x="14" y="0"/>
                    </a:lnTo>
                    <a:lnTo>
                      <a:pt x="14" y="0"/>
                    </a:lnTo>
                    <a:lnTo>
                      <a:pt x="1" y="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5" name="Google Shape;825;p35"/>
              <p:cNvSpPr/>
              <p:nvPr/>
            </p:nvSpPr>
            <p:spPr>
              <a:xfrm>
                <a:off x="2923138" y="2256936"/>
                <a:ext cx="24418" cy="19186"/>
              </a:xfrm>
              <a:custGeom>
                <a:avLst/>
                <a:gdLst/>
                <a:ahLst/>
                <a:cxnLst/>
                <a:rect l="l" t="t" r="r" b="b"/>
                <a:pathLst>
                  <a:path w="14" h="11" extrusionOk="0">
                    <a:moveTo>
                      <a:pt x="14" y="3"/>
                    </a:moveTo>
                    <a:lnTo>
                      <a:pt x="1" y="11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4" y="3"/>
                    </a:ln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6" name="Google Shape;826;p35"/>
              <p:cNvSpPr/>
              <p:nvPr/>
            </p:nvSpPr>
            <p:spPr>
              <a:xfrm>
                <a:off x="2944068" y="2311005"/>
                <a:ext cx="24418" cy="19186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1" y="6"/>
                    </a:moveTo>
                    <a:cubicBezTo>
                      <a:pt x="11" y="0"/>
                      <a:pt x="11" y="0"/>
                      <a:pt x="11" y="0"/>
                    </a:cubicBezTo>
                    <a:cubicBezTo>
                      <a:pt x="11" y="0"/>
                      <a:pt x="11" y="1"/>
                      <a:pt x="11" y="1"/>
                    </a:cubicBezTo>
                    <a:cubicBezTo>
                      <a:pt x="1" y="8"/>
                      <a:pt x="1" y="8"/>
                      <a:pt x="1" y="8"/>
                    </a:cubicBezTo>
                    <a:cubicBezTo>
                      <a:pt x="0" y="7"/>
                      <a:pt x="0" y="7"/>
                      <a:pt x="1" y="6"/>
                    </a:cubicBez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7" name="Google Shape;827;p35"/>
              <p:cNvSpPr/>
              <p:nvPr/>
            </p:nvSpPr>
            <p:spPr>
              <a:xfrm>
                <a:off x="2968485" y="2230775"/>
                <a:ext cx="305220" cy="88951"/>
              </a:xfrm>
              <a:custGeom>
                <a:avLst/>
                <a:gdLst/>
                <a:ahLst/>
                <a:cxnLst/>
                <a:rect l="l" t="t" r="r" b="b"/>
                <a:pathLst>
                  <a:path w="136" h="40" extrusionOk="0">
                    <a:moveTo>
                      <a:pt x="134" y="1"/>
                    </a:moveTo>
                    <a:cubicBezTo>
                      <a:pt x="134" y="0"/>
                      <a:pt x="135" y="1"/>
                      <a:pt x="135" y="1"/>
                    </a:cubicBezTo>
                    <a:cubicBezTo>
                      <a:pt x="135" y="3"/>
                      <a:pt x="135" y="3"/>
                      <a:pt x="135" y="3"/>
                    </a:cubicBezTo>
                    <a:cubicBezTo>
                      <a:pt x="136" y="4"/>
                      <a:pt x="135" y="4"/>
                      <a:pt x="135" y="4"/>
                    </a:cubicBezTo>
                    <a:cubicBezTo>
                      <a:pt x="2" y="40"/>
                      <a:pt x="2" y="40"/>
                      <a:pt x="2" y="40"/>
                    </a:cubicBezTo>
                    <a:cubicBezTo>
                      <a:pt x="2" y="40"/>
                      <a:pt x="1" y="40"/>
                      <a:pt x="1" y="3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37"/>
                      <a:pt x="0" y="36"/>
                      <a:pt x="1" y="36"/>
                    </a:cubicBezTo>
                    <a:lnTo>
                      <a:pt x="13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8" name="Google Shape;828;p35"/>
              <p:cNvSpPr/>
              <p:nvPr/>
            </p:nvSpPr>
            <p:spPr>
              <a:xfrm>
                <a:off x="2945812" y="2317981"/>
                <a:ext cx="26162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2" h="7" extrusionOk="0">
                    <a:moveTo>
                      <a:pt x="12" y="1"/>
                    </a:moveTo>
                    <a:cubicBezTo>
                      <a:pt x="1" y="7"/>
                      <a:pt x="1" y="7"/>
                      <a:pt x="1" y="7"/>
                    </a:cubicBezTo>
                    <a:cubicBezTo>
                      <a:pt x="1" y="7"/>
                      <a:pt x="0" y="7"/>
                      <a:pt x="0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1"/>
                      <a:pt x="12" y="1"/>
                      <a:pt x="12" y="1"/>
                    </a:cubicBez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9" name="Google Shape;829;p35"/>
              <p:cNvSpPr/>
              <p:nvPr/>
            </p:nvSpPr>
            <p:spPr>
              <a:xfrm>
                <a:off x="2945812" y="2311005"/>
                <a:ext cx="24418" cy="13953"/>
              </a:xfrm>
              <a:custGeom>
                <a:avLst/>
                <a:gdLst/>
                <a:ahLst/>
                <a:cxnLst/>
                <a:rect l="l" t="t" r="r" b="b"/>
                <a:pathLst>
                  <a:path w="14" h="8" extrusionOk="0">
                    <a:moveTo>
                      <a:pt x="0" y="8"/>
                    </a:moveTo>
                    <a:lnTo>
                      <a:pt x="13" y="0"/>
                    </a:lnTo>
                    <a:lnTo>
                      <a:pt x="14" y="0"/>
                    </a:lnTo>
                    <a:lnTo>
                      <a:pt x="0" y="8"/>
                    </a:lnTo>
                    <a:lnTo>
                      <a:pt x="0" y="8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0" name="Google Shape;830;p35"/>
              <p:cNvSpPr/>
              <p:nvPr/>
            </p:nvSpPr>
            <p:spPr>
              <a:xfrm>
                <a:off x="2945812" y="2314493"/>
                <a:ext cx="24418" cy="17441"/>
              </a:xfrm>
              <a:custGeom>
                <a:avLst/>
                <a:gdLst/>
                <a:ahLst/>
                <a:cxnLst/>
                <a:rect l="l" t="t" r="r" b="b"/>
                <a:pathLst>
                  <a:path w="14" h="10" extrusionOk="0">
                    <a:moveTo>
                      <a:pt x="14" y="2"/>
                    </a:moveTo>
                    <a:lnTo>
                      <a:pt x="0" y="10"/>
                    </a:lnTo>
                    <a:lnTo>
                      <a:pt x="0" y="9"/>
                    </a:lnTo>
                    <a:lnTo>
                      <a:pt x="13" y="0"/>
                    </a:lnTo>
                    <a:lnTo>
                      <a:pt x="14" y="2"/>
                    </a:ln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31" name="Google Shape;831;p35"/>
              <p:cNvPicPr preferRelativeResize="0"/>
              <p:nvPr/>
            </p:nvPicPr>
            <p:blipFill rotWithShape="1">
              <a:blip r:embed="rId21">
                <a:alphaModFix/>
              </a:blip>
              <a:srcRect/>
              <a:stretch/>
            </p:blipFill>
            <p:spPr>
              <a:xfrm>
                <a:off x="3001624" y="2345887"/>
                <a:ext cx="68021" cy="2494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32" name="Google Shape;832;p35"/>
              <p:cNvPicPr preferRelativeResize="0"/>
              <p:nvPr/>
            </p:nvPicPr>
            <p:blipFill rotWithShape="1">
              <a:blip r:embed="rId22">
                <a:alphaModFix/>
              </a:blip>
              <a:srcRect/>
              <a:stretch/>
            </p:blipFill>
            <p:spPr>
              <a:xfrm>
                <a:off x="3026041" y="2560414"/>
                <a:ext cx="54068" cy="1482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33" name="Google Shape;833;p35"/>
              <p:cNvSpPr/>
              <p:nvPr/>
            </p:nvSpPr>
            <p:spPr>
              <a:xfrm>
                <a:off x="2896977" y="2112174"/>
                <a:ext cx="455213" cy="577306"/>
              </a:xfrm>
              <a:custGeom>
                <a:avLst/>
                <a:gdLst/>
                <a:ahLst/>
                <a:cxnLst/>
                <a:rect l="l" t="t" r="r" b="b"/>
                <a:pathLst>
                  <a:path w="203" h="257" extrusionOk="0">
                    <a:moveTo>
                      <a:pt x="0" y="45"/>
                    </a:moveTo>
                    <a:cubicBezTo>
                      <a:pt x="167" y="0"/>
                      <a:pt x="167" y="0"/>
                      <a:pt x="167" y="0"/>
                    </a:cubicBezTo>
                    <a:cubicBezTo>
                      <a:pt x="203" y="96"/>
                      <a:pt x="203" y="96"/>
                      <a:pt x="203" y="96"/>
                    </a:cubicBezTo>
                    <a:cubicBezTo>
                      <a:pt x="193" y="99"/>
                      <a:pt x="193" y="99"/>
                      <a:pt x="193" y="99"/>
                    </a:cubicBezTo>
                    <a:cubicBezTo>
                      <a:pt x="167" y="71"/>
                      <a:pt x="167" y="71"/>
                      <a:pt x="167" y="71"/>
                    </a:cubicBezTo>
                    <a:cubicBezTo>
                      <a:pt x="61" y="100"/>
                      <a:pt x="61" y="100"/>
                      <a:pt x="61" y="100"/>
                    </a:cubicBezTo>
                    <a:cubicBezTo>
                      <a:pt x="62" y="107"/>
                      <a:pt x="62" y="107"/>
                      <a:pt x="62" y="107"/>
                    </a:cubicBezTo>
                    <a:cubicBezTo>
                      <a:pt x="73" y="205"/>
                      <a:pt x="73" y="205"/>
                      <a:pt x="73" y="205"/>
                    </a:cubicBezTo>
                    <a:cubicBezTo>
                      <a:pt x="79" y="257"/>
                      <a:pt x="79" y="257"/>
                      <a:pt x="79" y="257"/>
                    </a:cubicBezTo>
                    <a:cubicBezTo>
                      <a:pt x="26" y="117"/>
                      <a:pt x="26" y="117"/>
                      <a:pt x="26" y="117"/>
                    </a:cubicBezTo>
                    <a:lnTo>
                      <a:pt x="0" y="45"/>
                    </a:lnTo>
                    <a:close/>
                    <a:moveTo>
                      <a:pt x="167" y="56"/>
                    </a:move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4"/>
                      <a:pt x="166" y="53"/>
                      <a:pt x="166" y="54"/>
                    </a:cubicBezTo>
                    <a:cubicBezTo>
                      <a:pt x="33" y="89"/>
                      <a:pt x="33" y="89"/>
                      <a:pt x="33" y="89"/>
                    </a:cubicBezTo>
                    <a:cubicBezTo>
                      <a:pt x="32" y="89"/>
                      <a:pt x="32" y="90"/>
                      <a:pt x="32" y="90"/>
                    </a:cubicBezTo>
                    <a:cubicBezTo>
                      <a:pt x="33" y="92"/>
                      <a:pt x="33" y="92"/>
                      <a:pt x="33" y="92"/>
                    </a:cubicBezTo>
                    <a:cubicBezTo>
                      <a:pt x="33" y="93"/>
                      <a:pt x="34" y="93"/>
                      <a:pt x="34" y="93"/>
                    </a:cubicBezTo>
                    <a:cubicBezTo>
                      <a:pt x="167" y="57"/>
                      <a:pt x="167" y="57"/>
                      <a:pt x="167" y="57"/>
                    </a:cubicBezTo>
                    <a:cubicBezTo>
                      <a:pt x="167" y="57"/>
                      <a:pt x="168" y="57"/>
                      <a:pt x="167" y="56"/>
                    </a:cubicBezTo>
                    <a:moveTo>
                      <a:pt x="158" y="31"/>
                    </a:move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8"/>
                      <a:pt x="157" y="28"/>
                      <a:pt x="156" y="28"/>
                    </a:cubicBezTo>
                    <a:cubicBezTo>
                      <a:pt x="23" y="64"/>
                      <a:pt x="23" y="64"/>
                      <a:pt x="23" y="64"/>
                    </a:cubicBezTo>
                    <a:cubicBezTo>
                      <a:pt x="23" y="64"/>
                      <a:pt x="23" y="65"/>
                      <a:pt x="23" y="65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4" y="68"/>
                      <a:pt x="24" y="68"/>
                      <a:pt x="25" y="68"/>
                    </a:cubicBezTo>
                    <a:cubicBezTo>
                      <a:pt x="158" y="32"/>
                      <a:pt x="158" y="32"/>
                      <a:pt x="158" y="32"/>
                    </a:cubicBezTo>
                    <a:cubicBezTo>
                      <a:pt x="158" y="32"/>
                      <a:pt x="158" y="31"/>
                      <a:pt x="158" y="3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4" name="Google Shape;834;p35"/>
              <p:cNvSpPr/>
              <p:nvPr/>
            </p:nvSpPr>
            <p:spPr>
              <a:xfrm>
                <a:off x="2931859" y="2373793"/>
                <a:ext cx="141273" cy="327896"/>
              </a:xfrm>
              <a:custGeom>
                <a:avLst/>
                <a:gdLst/>
                <a:ahLst/>
                <a:cxnLst/>
                <a:rect l="l" t="t" r="r" b="b"/>
                <a:pathLst>
                  <a:path w="81" h="188" extrusionOk="0">
                    <a:moveTo>
                      <a:pt x="81" y="181"/>
                    </a:moveTo>
                    <a:lnTo>
                      <a:pt x="67" y="188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81" y="181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5" name="Google Shape;835;p35"/>
              <p:cNvSpPr/>
              <p:nvPr/>
            </p:nvSpPr>
            <p:spPr>
              <a:xfrm>
                <a:off x="2869071" y="2389490"/>
                <a:ext cx="211038" cy="380219"/>
              </a:xfrm>
              <a:custGeom>
                <a:avLst/>
                <a:gdLst/>
                <a:ahLst/>
                <a:cxnLst/>
                <a:rect l="l" t="t" r="r" b="b"/>
                <a:pathLst>
                  <a:path w="121" h="218" extrusionOk="0">
                    <a:moveTo>
                      <a:pt x="121" y="210"/>
                    </a:moveTo>
                    <a:lnTo>
                      <a:pt x="107" y="218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21" y="21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6" name="Google Shape;836;p35"/>
              <p:cNvSpPr/>
              <p:nvPr/>
            </p:nvSpPr>
            <p:spPr>
              <a:xfrm>
                <a:off x="3033018" y="2270889"/>
                <a:ext cx="514513" cy="484867"/>
              </a:xfrm>
              <a:custGeom>
                <a:avLst/>
                <a:gdLst/>
                <a:ahLst/>
                <a:cxnLst/>
                <a:rect l="l" t="t" r="r" b="b"/>
                <a:pathLst>
                  <a:path w="295" h="278" extrusionOk="0">
                    <a:moveTo>
                      <a:pt x="137" y="0"/>
                    </a:moveTo>
                    <a:lnTo>
                      <a:pt x="170" y="36"/>
                    </a:lnTo>
                    <a:lnTo>
                      <a:pt x="183" y="32"/>
                    </a:lnTo>
                    <a:lnTo>
                      <a:pt x="282" y="5"/>
                    </a:lnTo>
                    <a:lnTo>
                      <a:pt x="295" y="206"/>
                    </a:lnTo>
                    <a:lnTo>
                      <a:pt x="27" y="278"/>
                    </a:lnTo>
                    <a:lnTo>
                      <a:pt x="23" y="240"/>
                    </a:lnTo>
                    <a:lnTo>
                      <a:pt x="16" y="173"/>
                    </a:lnTo>
                    <a:lnTo>
                      <a:pt x="1" y="46"/>
                    </a:lnTo>
                    <a:lnTo>
                      <a:pt x="0" y="37"/>
                    </a:lnTo>
                    <a:lnTo>
                      <a:pt x="13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7" name="Google Shape;837;p35"/>
              <p:cNvSpPr/>
              <p:nvPr/>
            </p:nvSpPr>
            <p:spPr>
              <a:xfrm>
                <a:off x="3055691" y="2630179"/>
                <a:ext cx="491839" cy="139530"/>
              </a:xfrm>
              <a:custGeom>
                <a:avLst/>
                <a:gdLst/>
                <a:ahLst/>
                <a:cxnLst/>
                <a:rect l="l" t="t" r="r" b="b"/>
                <a:pathLst>
                  <a:path w="282" h="80" extrusionOk="0">
                    <a:moveTo>
                      <a:pt x="282" y="0"/>
                    </a:moveTo>
                    <a:lnTo>
                      <a:pt x="268" y="8"/>
                    </a:lnTo>
                    <a:lnTo>
                      <a:pt x="0" y="80"/>
                    </a:lnTo>
                    <a:lnTo>
                      <a:pt x="14" y="72"/>
                    </a:lnTo>
                    <a:lnTo>
                      <a:pt x="28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8" name="Google Shape;838;p35"/>
              <p:cNvSpPr/>
              <p:nvPr/>
            </p:nvSpPr>
            <p:spPr>
              <a:xfrm>
                <a:off x="2893489" y="2373793"/>
                <a:ext cx="186620" cy="381964"/>
              </a:xfrm>
              <a:custGeom>
                <a:avLst/>
                <a:gdLst/>
                <a:ahLst/>
                <a:cxnLst/>
                <a:rect l="l" t="t" r="r" b="b"/>
                <a:pathLst>
                  <a:path w="107" h="219" extrusionOk="0">
                    <a:moveTo>
                      <a:pt x="35" y="0"/>
                    </a:moveTo>
                    <a:lnTo>
                      <a:pt x="103" y="181"/>
                    </a:lnTo>
                    <a:lnTo>
                      <a:pt x="107" y="219"/>
                    </a:lnTo>
                    <a:lnTo>
                      <a:pt x="0" y="9"/>
                    </a:lnTo>
                    <a:lnTo>
                      <a:pt x="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9" name="Google Shape;839;p35"/>
              <p:cNvSpPr/>
              <p:nvPr/>
            </p:nvSpPr>
            <p:spPr>
              <a:xfrm>
                <a:off x="3531833" y="3535380"/>
                <a:ext cx="26162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5" y="0"/>
                    </a:moveTo>
                    <a:lnTo>
                      <a:pt x="1" y="8"/>
                    </a:lnTo>
                    <a:lnTo>
                      <a:pt x="0" y="9"/>
                    </a:lnTo>
                    <a:lnTo>
                      <a:pt x="14" y="1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35"/>
              <p:cNvSpPr/>
              <p:nvPr/>
            </p:nvSpPr>
            <p:spPr>
              <a:xfrm>
                <a:off x="3531833" y="3418523"/>
                <a:ext cx="45347" cy="132553"/>
              </a:xfrm>
              <a:custGeom>
                <a:avLst/>
                <a:gdLst/>
                <a:ahLst/>
                <a:cxnLst/>
                <a:rect l="l" t="t" r="r" b="b"/>
                <a:pathLst>
                  <a:path w="20" h="59" extrusionOk="0">
                    <a:moveTo>
                      <a:pt x="11" y="53"/>
                    </a:moveTo>
                    <a:cubicBezTo>
                      <a:pt x="0" y="59"/>
                      <a:pt x="0" y="59"/>
                      <a:pt x="0" y="59"/>
                    </a:cubicBezTo>
                    <a:cubicBezTo>
                      <a:pt x="5" y="42"/>
                      <a:pt x="8" y="24"/>
                      <a:pt x="9" y="6"/>
                    </a:cubicBezTo>
                    <a:cubicBezTo>
                      <a:pt x="20" y="0"/>
                      <a:pt x="20" y="0"/>
                      <a:pt x="20" y="0"/>
                    </a:cubicBezTo>
                    <a:cubicBezTo>
                      <a:pt x="18" y="18"/>
                      <a:pt x="15" y="36"/>
                      <a:pt x="11" y="5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1" name="Google Shape;841;p35"/>
              <p:cNvSpPr/>
              <p:nvPr/>
            </p:nvSpPr>
            <p:spPr>
              <a:xfrm>
                <a:off x="3209172" y="2942377"/>
                <a:ext cx="368008" cy="511029"/>
              </a:xfrm>
              <a:custGeom>
                <a:avLst/>
                <a:gdLst/>
                <a:ahLst/>
                <a:cxnLst/>
                <a:rect l="l" t="t" r="r" b="b"/>
                <a:pathLst>
                  <a:path w="164" h="227" extrusionOk="0">
                    <a:moveTo>
                      <a:pt x="58" y="6"/>
                    </a:moveTo>
                    <a:cubicBezTo>
                      <a:pt x="68" y="0"/>
                      <a:pt x="68" y="0"/>
                      <a:pt x="68" y="0"/>
                    </a:cubicBezTo>
                    <a:cubicBezTo>
                      <a:pt x="28" y="23"/>
                      <a:pt x="11" y="75"/>
                      <a:pt x="30" y="127"/>
                    </a:cubicBezTo>
                    <a:cubicBezTo>
                      <a:pt x="52" y="185"/>
                      <a:pt x="110" y="221"/>
                      <a:pt x="164" y="212"/>
                    </a:cubicBezTo>
                    <a:cubicBezTo>
                      <a:pt x="153" y="218"/>
                      <a:pt x="153" y="218"/>
                      <a:pt x="153" y="218"/>
                    </a:cubicBezTo>
                    <a:cubicBezTo>
                      <a:pt x="99" y="227"/>
                      <a:pt x="41" y="191"/>
                      <a:pt x="20" y="133"/>
                    </a:cubicBezTo>
                    <a:cubicBezTo>
                      <a:pt x="0" y="81"/>
                      <a:pt x="17" y="29"/>
                      <a:pt x="58" y="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2" name="Google Shape;842;p35"/>
              <p:cNvSpPr/>
              <p:nvPr/>
            </p:nvSpPr>
            <p:spPr>
              <a:xfrm>
                <a:off x="3226613" y="2888309"/>
                <a:ext cx="540674" cy="648814"/>
              </a:xfrm>
              <a:custGeom>
                <a:avLst/>
                <a:gdLst/>
                <a:ahLst/>
                <a:cxnLst/>
                <a:rect l="l" t="t" r="r" b="b"/>
                <a:pathLst>
                  <a:path w="241" h="289" extrusionOk="0">
                    <a:moveTo>
                      <a:pt x="82" y="15"/>
                    </a:moveTo>
                    <a:cubicBezTo>
                      <a:pt x="138" y="0"/>
                      <a:pt x="201" y="37"/>
                      <a:pt x="224" y="97"/>
                    </a:cubicBezTo>
                    <a:cubicBezTo>
                      <a:pt x="241" y="143"/>
                      <a:pt x="230" y="189"/>
                      <a:pt x="200" y="215"/>
                    </a:cubicBezTo>
                    <a:cubicBezTo>
                      <a:pt x="198" y="221"/>
                      <a:pt x="195" y="227"/>
                      <a:pt x="193" y="233"/>
                    </a:cubicBezTo>
                    <a:cubicBezTo>
                      <a:pt x="184" y="254"/>
                      <a:pt x="152" y="287"/>
                      <a:pt x="147" y="289"/>
                    </a:cubicBezTo>
                    <a:cubicBezTo>
                      <a:pt x="151" y="272"/>
                      <a:pt x="154" y="254"/>
                      <a:pt x="156" y="236"/>
                    </a:cubicBezTo>
                    <a:cubicBezTo>
                      <a:pt x="102" y="245"/>
                      <a:pt x="44" y="209"/>
                      <a:pt x="22" y="151"/>
                    </a:cubicBezTo>
                    <a:cubicBezTo>
                      <a:pt x="0" y="91"/>
                      <a:pt x="26" y="30"/>
                      <a:pt x="82" y="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3" name="Google Shape;843;p35"/>
              <p:cNvSpPr/>
              <p:nvPr/>
            </p:nvSpPr>
            <p:spPr>
              <a:xfrm>
                <a:off x="2748727" y="3183066"/>
                <a:ext cx="163946" cy="202318"/>
              </a:xfrm>
              <a:custGeom>
                <a:avLst/>
                <a:gdLst/>
                <a:ahLst/>
                <a:cxnLst/>
                <a:rect l="l" t="t" r="r" b="b"/>
                <a:pathLst>
                  <a:path w="73" h="90" extrusionOk="0">
                    <a:moveTo>
                      <a:pt x="54" y="84"/>
                    </a:moveTo>
                    <a:cubicBezTo>
                      <a:pt x="43" y="90"/>
                      <a:pt x="43" y="90"/>
                      <a:pt x="43" y="90"/>
                    </a:cubicBezTo>
                    <a:cubicBezTo>
                      <a:pt x="57" y="82"/>
                      <a:pt x="62" y="63"/>
                      <a:pt x="55" y="43"/>
                    </a:cubicBezTo>
                    <a:cubicBezTo>
                      <a:pt x="47" y="21"/>
                      <a:pt x="25" y="7"/>
                      <a:pt x="6" y="12"/>
                    </a:cubicBezTo>
                    <a:cubicBezTo>
                      <a:pt x="4" y="12"/>
                      <a:pt x="2" y="13"/>
                      <a:pt x="0" y="14"/>
                    </a:cubicBezTo>
                    <a:cubicBezTo>
                      <a:pt x="10" y="8"/>
                      <a:pt x="10" y="8"/>
                      <a:pt x="10" y="8"/>
                    </a:cubicBezTo>
                    <a:cubicBezTo>
                      <a:pt x="12" y="7"/>
                      <a:pt x="14" y="6"/>
                      <a:pt x="17" y="5"/>
                    </a:cubicBezTo>
                    <a:cubicBezTo>
                      <a:pt x="36" y="0"/>
                      <a:pt x="57" y="15"/>
                      <a:pt x="66" y="37"/>
                    </a:cubicBezTo>
                    <a:cubicBezTo>
                      <a:pt x="73" y="57"/>
                      <a:pt x="68" y="76"/>
                      <a:pt x="54" y="8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4" name="Google Shape;844;p35"/>
              <p:cNvSpPr/>
              <p:nvPr/>
            </p:nvSpPr>
            <p:spPr>
              <a:xfrm>
                <a:off x="2588269" y="3095860"/>
                <a:ext cx="122088" cy="258130"/>
              </a:xfrm>
              <a:custGeom>
                <a:avLst/>
                <a:gdLst/>
                <a:ahLst/>
                <a:cxnLst/>
                <a:rect l="l" t="t" r="r" b="b"/>
                <a:pathLst>
                  <a:path w="54" h="115" extrusionOk="0">
                    <a:moveTo>
                      <a:pt x="44" y="6"/>
                    </a:moveTo>
                    <a:cubicBezTo>
                      <a:pt x="54" y="0"/>
                      <a:pt x="54" y="0"/>
                      <a:pt x="54" y="0"/>
                    </a:cubicBezTo>
                    <a:cubicBezTo>
                      <a:pt x="23" y="18"/>
                      <a:pt x="11" y="61"/>
                      <a:pt x="27" y="105"/>
                    </a:cubicBezTo>
                    <a:cubicBezTo>
                      <a:pt x="27" y="105"/>
                      <a:pt x="28" y="106"/>
                      <a:pt x="29" y="109"/>
                    </a:cubicBezTo>
                    <a:cubicBezTo>
                      <a:pt x="18" y="115"/>
                      <a:pt x="18" y="115"/>
                      <a:pt x="18" y="115"/>
                    </a:cubicBezTo>
                    <a:cubicBezTo>
                      <a:pt x="17" y="112"/>
                      <a:pt x="17" y="112"/>
                      <a:pt x="17" y="112"/>
                    </a:cubicBezTo>
                    <a:cubicBezTo>
                      <a:pt x="0" y="68"/>
                      <a:pt x="12" y="24"/>
                      <a:pt x="44" y="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5" name="Google Shape;845;p35"/>
              <p:cNvSpPr/>
              <p:nvPr/>
            </p:nvSpPr>
            <p:spPr>
              <a:xfrm>
                <a:off x="2628383" y="3340038"/>
                <a:ext cx="24418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4" h="9" extrusionOk="0">
                    <a:moveTo>
                      <a:pt x="14" y="1"/>
                    </a:moveTo>
                    <a:lnTo>
                      <a:pt x="0" y="9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35"/>
              <p:cNvSpPr/>
              <p:nvPr/>
            </p:nvSpPr>
            <p:spPr>
              <a:xfrm>
                <a:off x="2628383" y="3341781"/>
                <a:ext cx="27906" cy="15698"/>
              </a:xfrm>
              <a:custGeom>
                <a:avLst/>
                <a:gdLst/>
                <a:ahLst/>
                <a:cxnLst/>
                <a:rect l="l" t="t" r="r" b="b"/>
                <a:pathLst>
                  <a:path w="16" h="9" extrusionOk="0">
                    <a:moveTo>
                      <a:pt x="16" y="2"/>
                    </a:moveTo>
                    <a:lnTo>
                      <a:pt x="2" y="9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16" y="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35"/>
              <p:cNvSpPr/>
              <p:nvPr/>
            </p:nvSpPr>
            <p:spPr>
              <a:xfrm>
                <a:off x="2631871" y="3345269"/>
                <a:ext cx="27906" cy="26162"/>
              </a:xfrm>
              <a:custGeom>
                <a:avLst/>
                <a:gdLst/>
                <a:ahLst/>
                <a:cxnLst/>
                <a:rect l="l" t="t" r="r" b="b"/>
                <a:pathLst>
                  <a:path w="13" h="12" extrusionOk="0">
                    <a:moveTo>
                      <a:pt x="13" y="6"/>
                    </a:moveTo>
                    <a:cubicBezTo>
                      <a:pt x="3" y="12"/>
                      <a:pt x="3" y="12"/>
                      <a:pt x="3" y="12"/>
                    </a:cubicBezTo>
                    <a:cubicBezTo>
                      <a:pt x="2" y="10"/>
                      <a:pt x="1" y="8"/>
                      <a:pt x="0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1" y="2"/>
                      <a:pt x="12" y="4"/>
                      <a:pt x="13" y="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35"/>
              <p:cNvSpPr/>
              <p:nvPr/>
            </p:nvSpPr>
            <p:spPr>
              <a:xfrm>
                <a:off x="2637104" y="3357479"/>
                <a:ext cx="26162" cy="19186"/>
              </a:xfrm>
              <a:custGeom>
                <a:avLst/>
                <a:gdLst/>
                <a:ahLst/>
                <a:cxnLst/>
                <a:rect l="l" t="t" r="r" b="b"/>
                <a:pathLst>
                  <a:path w="11" h="8" extrusionOk="0">
                    <a:moveTo>
                      <a:pt x="11" y="2"/>
                    </a:moveTo>
                    <a:cubicBezTo>
                      <a:pt x="1" y="8"/>
                      <a:pt x="1" y="8"/>
                      <a:pt x="1" y="8"/>
                    </a:cubicBezTo>
                    <a:cubicBezTo>
                      <a:pt x="0" y="7"/>
                      <a:pt x="0" y="7"/>
                      <a:pt x="0" y="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11" y="1"/>
                      <a:pt x="11" y="1"/>
                      <a:pt x="11" y="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35"/>
              <p:cNvSpPr/>
              <p:nvPr/>
            </p:nvSpPr>
            <p:spPr>
              <a:xfrm>
                <a:off x="2640593" y="3362711"/>
                <a:ext cx="324405" cy="326151"/>
              </a:xfrm>
              <a:custGeom>
                <a:avLst/>
                <a:gdLst/>
                <a:ahLst/>
                <a:cxnLst/>
                <a:rect l="l" t="t" r="r" b="b"/>
                <a:pathLst>
                  <a:path w="145" h="145" extrusionOk="0">
                    <a:moveTo>
                      <a:pt x="145" y="139"/>
                    </a:moveTo>
                    <a:cubicBezTo>
                      <a:pt x="134" y="145"/>
                      <a:pt x="134" y="145"/>
                      <a:pt x="134" y="145"/>
                    </a:cubicBezTo>
                    <a:cubicBezTo>
                      <a:pt x="53" y="100"/>
                      <a:pt x="13" y="34"/>
                      <a:pt x="0" y="6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24" y="28"/>
                      <a:pt x="63" y="94"/>
                      <a:pt x="145" y="139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35"/>
              <p:cNvSpPr/>
              <p:nvPr/>
            </p:nvSpPr>
            <p:spPr>
              <a:xfrm>
                <a:off x="2609199" y="3057490"/>
                <a:ext cx="439516" cy="617420"/>
              </a:xfrm>
              <a:custGeom>
                <a:avLst/>
                <a:gdLst/>
                <a:ahLst/>
                <a:cxnLst/>
                <a:rect l="l" t="t" r="r" b="b"/>
                <a:pathLst>
                  <a:path w="196" h="275" extrusionOk="0">
                    <a:moveTo>
                      <a:pt x="170" y="82"/>
                    </a:moveTo>
                    <a:cubicBezTo>
                      <a:pt x="196" y="145"/>
                      <a:pt x="160" y="269"/>
                      <a:pt x="159" y="275"/>
                    </a:cubicBezTo>
                    <a:cubicBezTo>
                      <a:pt x="77" y="230"/>
                      <a:pt x="38" y="164"/>
                      <a:pt x="24" y="136"/>
                    </a:cubicBezTo>
                    <a:cubicBezTo>
                      <a:pt x="24" y="135"/>
                      <a:pt x="24" y="135"/>
                      <a:pt x="23" y="134"/>
                    </a:cubicBezTo>
                    <a:cubicBezTo>
                      <a:pt x="22" y="132"/>
                      <a:pt x="21" y="130"/>
                      <a:pt x="21" y="128"/>
                    </a:cubicBezTo>
                    <a:cubicBezTo>
                      <a:pt x="20" y="127"/>
                      <a:pt x="20" y="127"/>
                      <a:pt x="20" y="127"/>
                    </a:cubicBezTo>
                    <a:cubicBezTo>
                      <a:pt x="20" y="126"/>
                      <a:pt x="20" y="126"/>
                      <a:pt x="20" y="126"/>
                    </a:cubicBezTo>
                    <a:cubicBezTo>
                      <a:pt x="19" y="123"/>
                      <a:pt x="18" y="122"/>
                      <a:pt x="18" y="122"/>
                    </a:cubicBezTo>
                    <a:cubicBezTo>
                      <a:pt x="0" y="72"/>
                      <a:pt x="18" y="22"/>
                      <a:pt x="60" y="11"/>
                    </a:cubicBezTo>
                    <a:cubicBezTo>
                      <a:pt x="102" y="0"/>
                      <a:pt x="151" y="31"/>
                      <a:pt x="170" y="82"/>
                    </a:cubicBezTo>
                    <a:close/>
                    <a:moveTo>
                      <a:pt x="109" y="143"/>
                    </a:moveTo>
                    <a:cubicBezTo>
                      <a:pt x="128" y="138"/>
                      <a:pt x="136" y="116"/>
                      <a:pt x="128" y="93"/>
                    </a:cubicBezTo>
                    <a:cubicBezTo>
                      <a:pt x="119" y="71"/>
                      <a:pt x="98" y="56"/>
                      <a:pt x="79" y="61"/>
                    </a:cubicBezTo>
                    <a:cubicBezTo>
                      <a:pt x="60" y="66"/>
                      <a:pt x="52" y="89"/>
                      <a:pt x="60" y="111"/>
                    </a:cubicBezTo>
                    <a:cubicBezTo>
                      <a:pt x="69" y="134"/>
                      <a:pt x="91" y="148"/>
                      <a:pt x="109" y="143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1" name="Google Shape;851;p35"/>
              <p:cNvSpPr/>
              <p:nvPr/>
            </p:nvSpPr>
            <p:spPr>
              <a:xfrm>
                <a:off x="2457461" y="1772070"/>
                <a:ext cx="106391" cy="230224"/>
              </a:xfrm>
              <a:custGeom>
                <a:avLst/>
                <a:gdLst/>
                <a:ahLst/>
                <a:cxnLst/>
                <a:rect l="l" t="t" r="r" b="b"/>
                <a:pathLst>
                  <a:path w="61" h="132" extrusionOk="0">
                    <a:moveTo>
                      <a:pt x="61" y="124"/>
                    </a:moveTo>
                    <a:lnTo>
                      <a:pt x="47" y="132"/>
                    </a:lnTo>
                    <a:lnTo>
                      <a:pt x="0" y="8"/>
                    </a:lnTo>
                    <a:lnTo>
                      <a:pt x="15" y="0"/>
                    </a:lnTo>
                    <a:lnTo>
                      <a:pt x="61" y="124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2" name="Google Shape;852;p35"/>
              <p:cNvSpPr/>
              <p:nvPr/>
            </p:nvSpPr>
            <p:spPr>
              <a:xfrm>
                <a:off x="2539434" y="1988341"/>
                <a:ext cx="66276" cy="132553"/>
              </a:xfrm>
              <a:custGeom>
                <a:avLst/>
                <a:gdLst/>
                <a:ahLst/>
                <a:cxnLst/>
                <a:rect l="l" t="t" r="r" b="b"/>
                <a:pathLst>
                  <a:path w="38" h="76" extrusionOk="0">
                    <a:moveTo>
                      <a:pt x="38" y="68"/>
                    </a:moveTo>
                    <a:lnTo>
                      <a:pt x="26" y="76"/>
                    </a:lnTo>
                    <a:lnTo>
                      <a:pt x="0" y="8"/>
                    </a:lnTo>
                    <a:lnTo>
                      <a:pt x="14" y="0"/>
                    </a:lnTo>
                    <a:lnTo>
                      <a:pt x="38" y="68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53" name="Google Shape;853;p35"/>
              <p:cNvPicPr preferRelativeResize="0"/>
              <p:nvPr/>
            </p:nvPicPr>
            <p:blipFill rotWithShape="1">
              <a:blip r:embed="rId23">
                <a:alphaModFix/>
              </a:blip>
              <a:srcRect/>
              <a:stretch/>
            </p:blipFill>
            <p:spPr>
              <a:xfrm>
                <a:off x="2471413" y="1942994"/>
                <a:ext cx="101158" cy="6802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4" name="Google Shape;854;p35"/>
              <p:cNvPicPr preferRelativeResize="0"/>
              <p:nvPr/>
            </p:nvPicPr>
            <p:blipFill rotWithShape="1">
              <a:blip r:embed="rId24">
                <a:alphaModFix/>
              </a:blip>
              <a:srcRect/>
              <a:stretch/>
            </p:blipFill>
            <p:spPr>
              <a:xfrm>
                <a:off x="2440019" y="1941250"/>
                <a:ext cx="74997" cy="33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5" name="Google Shape;855;p35"/>
              <p:cNvPicPr preferRelativeResize="0"/>
              <p:nvPr/>
            </p:nvPicPr>
            <p:blipFill rotWithShape="1">
              <a:blip r:embed="rId25">
                <a:alphaModFix/>
              </a:blip>
              <a:srcRect/>
              <a:stretch/>
            </p:blipFill>
            <p:spPr>
              <a:xfrm>
                <a:off x="2433043" y="1942994"/>
                <a:ext cx="47091" cy="33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6" name="Google Shape;856;p35"/>
              <p:cNvPicPr preferRelativeResize="0"/>
              <p:nvPr/>
            </p:nvPicPr>
            <p:blipFill rotWithShape="1">
              <a:blip r:embed="rId26">
                <a:alphaModFix/>
              </a:blip>
              <a:srcRect/>
              <a:stretch/>
            </p:blipFill>
            <p:spPr>
              <a:xfrm>
                <a:off x="2424323" y="1944739"/>
                <a:ext cx="54068" cy="348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7" name="Google Shape;857;p35"/>
              <p:cNvPicPr preferRelativeResize="0"/>
              <p:nvPr/>
            </p:nvPicPr>
            <p:blipFill rotWithShape="1">
              <a:blip r:embed="rId27">
                <a:alphaModFix/>
              </a:blip>
              <a:srcRect/>
              <a:stretch/>
            </p:blipFill>
            <p:spPr>
              <a:xfrm>
                <a:off x="2424323" y="2134847"/>
                <a:ext cx="47091" cy="3313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8" name="Google Shape;858;p35"/>
              <p:cNvPicPr preferRelativeResize="0"/>
              <p:nvPr/>
            </p:nvPicPr>
            <p:blipFill rotWithShape="1">
              <a:blip r:embed="rId28">
                <a:alphaModFix/>
              </a:blip>
              <a:srcRect/>
              <a:stretch/>
            </p:blipFill>
            <p:spPr>
              <a:xfrm>
                <a:off x="2354559" y="1949970"/>
                <a:ext cx="108135" cy="16220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59" name="Google Shape;859;p35"/>
              <p:cNvPicPr preferRelativeResize="0"/>
              <p:nvPr/>
            </p:nvPicPr>
            <p:blipFill rotWithShape="1">
              <a:blip r:embed="rId29">
                <a:alphaModFix/>
              </a:blip>
              <a:srcRect/>
              <a:stretch/>
            </p:blipFill>
            <p:spPr>
              <a:xfrm>
                <a:off x="2354559" y="2077292"/>
                <a:ext cx="40115" cy="348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0" name="Google Shape;860;p35"/>
              <p:cNvPicPr preferRelativeResize="0"/>
              <p:nvPr/>
            </p:nvPicPr>
            <p:blipFill rotWithShape="1">
              <a:blip r:embed="rId30">
                <a:alphaModFix/>
              </a:blip>
              <a:srcRect/>
              <a:stretch/>
            </p:blipFill>
            <p:spPr>
              <a:xfrm>
                <a:off x="2354559" y="2080780"/>
                <a:ext cx="108135" cy="8023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1" name="Google Shape;861;p35"/>
              <p:cNvPicPr preferRelativeResize="0"/>
              <p:nvPr/>
            </p:nvPicPr>
            <p:blipFill rotWithShape="1">
              <a:blip r:embed="rId31">
                <a:alphaModFix/>
              </a:blip>
              <a:srcRect/>
              <a:stretch/>
            </p:blipFill>
            <p:spPr>
              <a:xfrm>
                <a:off x="2246424" y="1904623"/>
                <a:ext cx="74997" cy="10813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2" name="Google Shape;862;p35"/>
              <p:cNvPicPr preferRelativeResize="0"/>
              <p:nvPr/>
            </p:nvPicPr>
            <p:blipFill rotWithShape="1">
              <a:blip r:embed="rId32">
                <a:alphaModFix/>
              </a:blip>
              <a:srcRect/>
              <a:stretch/>
            </p:blipFill>
            <p:spPr>
              <a:xfrm>
                <a:off x="2180148" y="1850556"/>
                <a:ext cx="127321" cy="8720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3" name="Google Shape;863;p35"/>
              <p:cNvPicPr preferRelativeResize="0"/>
              <p:nvPr/>
            </p:nvPicPr>
            <p:blipFill rotWithShape="1">
              <a:blip r:embed="rId33">
                <a:alphaModFix/>
              </a:blip>
              <a:srcRect/>
              <a:stretch/>
            </p:blipFill>
            <p:spPr>
              <a:xfrm>
                <a:off x="2239447" y="2023224"/>
                <a:ext cx="155226" cy="88951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4" name="Google Shape;864;p35"/>
              <p:cNvPicPr preferRelativeResize="0"/>
              <p:nvPr/>
            </p:nvPicPr>
            <p:blipFill rotWithShape="1">
              <a:blip r:embed="rId34">
                <a:alphaModFix/>
              </a:blip>
              <a:srcRect/>
              <a:stretch/>
            </p:blipFill>
            <p:spPr>
              <a:xfrm>
                <a:off x="2239447" y="2023224"/>
                <a:ext cx="41859" cy="3488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865" name="Google Shape;865;p35"/>
              <p:cNvPicPr preferRelativeResize="0"/>
              <p:nvPr/>
            </p:nvPicPr>
            <p:blipFill rotWithShape="1">
              <a:blip r:embed="rId35">
                <a:alphaModFix/>
              </a:blip>
              <a:srcRect/>
              <a:stretch/>
            </p:blipFill>
            <p:spPr>
              <a:xfrm>
                <a:off x="2230726" y="2028456"/>
                <a:ext cx="54068" cy="3313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66" name="Google Shape;866;p35"/>
              <p:cNvSpPr/>
              <p:nvPr/>
            </p:nvSpPr>
            <p:spPr>
              <a:xfrm>
                <a:off x="2159218" y="1871485"/>
                <a:ext cx="54068" cy="87206"/>
              </a:xfrm>
              <a:custGeom>
                <a:avLst/>
                <a:gdLst/>
                <a:ahLst/>
                <a:cxnLst/>
                <a:rect l="l" t="t" r="r" b="b"/>
                <a:pathLst>
                  <a:path w="24" h="39" extrusionOk="0">
                    <a:moveTo>
                      <a:pt x="14" y="6"/>
                    </a:moveTo>
                    <a:cubicBezTo>
                      <a:pt x="24" y="0"/>
                      <a:pt x="24" y="0"/>
                      <a:pt x="24" y="0"/>
                    </a:cubicBezTo>
                    <a:cubicBezTo>
                      <a:pt x="15" y="6"/>
                      <a:pt x="11" y="19"/>
                      <a:pt x="16" y="33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0" y="25"/>
                      <a:pt x="4" y="12"/>
                      <a:pt x="14" y="6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7" name="Google Shape;867;p35"/>
              <p:cNvSpPr/>
              <p:nvPr/>
            </p:nvSpPr>
            <p:spPr>
              <a:xfrm>
                <a:off x="2171427" y="1944739"/>
                <a:ext cx="111623" cy="73253"/>
              </a:xfrm>
              <a:custGeom>
                <a:avLst/>
                <a:gdLst/>
                <a:ahLst/>
                <a:cxnLst/>
                <a:rect l="l" t="t" r="r" b="b"/>
                <a:pathLst>
                  <a:path w="50" h="32" extrusionOk="0">
                    <a:moveTo>
                      <a:pt x="50" y="20"/>
                    </a:moveTo>
                    <a:cubicBezTo>
                      <a:pt x="39" y="26"/>
                      <a:pt x="39" y="26"/>
                      <a:pt x="39" y="26"/>
                    </a:cubicBezTo>
                    <a:cubicBezTo>
                      <a:pt x="37" y="27"/>
                      <a:pt x="36" y="28"/>
                      <a:pt x="34" y="28"/>
                    </a:cubicBezTo>
                    <a:cubicBezTo>
                      <a:pt x="21" y="32"/>
                      <a:pt x="6" y="22"/>
                      <a:pt x="0" y="6"/>
                    </a:cubicBezTo>
                    <a:cubicBezTo>
                      <a:pt x="11" y="0"/>
                      <a:pt x="11" y="0"/>
                      <a:pt x="11" y="0"/>
                    </a:cubicBezTo>
                    <a:cubicBezTo>
                      <a:pt x="17" y="16"/>
                      <a:pt x="32" y="26"/>
                      <a:pt x="45" y="22"/>
                    </a:cubicBezTo>
                    <a:cubicBezTo>
                      <a:pt x="47" y="22"/>
                      <a:pt x="48" y="21"/>
                      <a:pt x="50" y="20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8" name="Google Shape;868;p35"/>
              <p:cNvSpPr/>
              <p:nvPr/>
            </p:nvSpPr>
            <p:spPr>
              <a:xfrm>
                <a:off x="2181891" y="1859276"/>
                <a:ext cx="132552" cy="144763"/>
              </a:xfrm>
              <a:custGeom>
                <a:avLst/>
                <a:gdLst/>
                <a:ahLst/>
                <a:cxnLst/>
                <a:rect l="l" t="t" r="r" b="b"/>
                <a:pathLst>
                  <a:path w="59" h="64" extrusionOk="0">
                    <a:moveTo>
                      <a:pt x="19" y="3"/>
                    </a:moveTo>
                    <a:cubicBezTo>
                      <a:pt x="32" y="0"/>
                      <a:pt x="47" y="10"/>
                      <a:pt x="53" y="25"/>
                    </a:cubicBezTo>
                    <a:cubicBezTo>
                      <a:pt x="59" y="41"/>
                      <a:pt x="53" y="57"/>
                      <a:pt x="40" y="60"/>
                    </a:cubicBezTo>
                    <a:cubicBezTo>
                      <a:pt x="27" y="64"/>
                      <a:pt x="12" y="54"/>
                      <a:pt x="6" y="38"/>
                    </a:cubicBezTo>
                    <a:cubicBezTo>
                      <a:pt x="0" y="22"/>
                      <a:pt x="6" y="7"/>
                      <a:pt x="19" y="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69" name="Google Shape;869;p35"/>
              <p:cNvPicPr preferRelativeResize="0"/>
              <p:nvPr/>
            </p:nvPicPr>
            <p:blipFill rotWithShape="1">
              <a:blip r:embed="rId36">
                <a:alphaModFix/>
              </a:blip>
              <a:srcRect/>
              <a:stretch/>
            </p:blipFill>
            <p:spPr>
              <a:xfrm>
                <a:off x="2208053" y="2030200"/>
                <a:ext cx="68021" cy="5406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0" name="Google Shape;870;p35"/>
              <p:cNvSpPr/>
              <p:nvPr/>
            </p:nvSpPr>
            <p:spPr>
              <a:xfrm>
                <a:off x="2080733" y="1772070"/>
                <a:ext cx="402890" cy="115112"/>
              </a:xfrm>
              <a:custGeom>
                <a:avLst/>
                <a:gdLst/>
                <a:ahLst/>
                <a:cxnLst/>
                <a:rect l="l" t="t" r="r" b="b"/>
                <a:pathLst>
                  <a:path w="231" h="66" extrusionOk="0">
                    <a:moveTo>
                      <a:pt x="231" y="0"/>
                    </a:moveTo>
                    <a:lnTo>
                      <a:pt x="216" y="8"/>
                    </a:lnTo>
                    <a:lnTo>
                      <a:pt x="0" y="66"/>
                    </a:lnTo>
                    <a:lnTo>
                      <a:pt x="13" y="58"/>
                    </a:lnTo>
                    <a:lnTo>
                      <a:pt x="231" y="0"/>
                    </a:lnTo>
                    <a:close/>
                  </a:path>
                </a:pathLst>
              </a:custGeom>
              <a:solidFill>
                <a:srgbClr val="F4F9F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871" name="Google Shape;871;p35"/>
              <p:cNvPicPr preferRelativeResize="0"/>
              <p:nvPr/>
            </p:nvPicPr>
            <p:blipFill rotWithShape="1">
              <a:blip r:embed="rId37">
                <a:alphaModFix/>
              </a:blip>
              <a:srcRect/>
              <a:stretch/>
            </p:blipFill>
            <p:spPr>
              <a:xfrm>
                <a:off x="2173171" y="2054618"/>
                <a:ext cx="80229" cy="11511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72" name="Google Shape;872;p35"/>
              <p:cNvSpPr/>
              <p:nvPr/>
            </p:nvSpPr>
            <p:spPr>
              <a:xfrm>
                <a:off x="2072013" y="1742420"/>
                <a:ext cx="572068" cy="49882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86" extrusionOk="0">
                    <a:moveTo>
                      <a:pt x="0" y="66"/>
                    </a:moveTo>
                    <a:lnTo>
                      <a:pt x="246" y="0"/>
                    </a:lnTo>
                    <a:lnTo>
                      <a:pt x="328" y="221"/>
                    </a:lnTo>
                    <a:lnTo>
                      <a:pt x="82" y="286"/>
                    </a:lnTo>
                    <a:lnTo>
                      <a:pt x="0" y="66"/>
                    </a:lnTo>
                    <a:close/>
                    <a:moveTo>
                      <a:pt x="282" y="141"/>
                    </a:moveTo>
                    <a:lnTo>
                      <a:pt x="236" y="17"/>
                    </a:lnTo>
                    <a:lnTo>
                      <a:pt x="18" y="75"/>
                    </a:lnTo>
                    <a:lnTo>
                      <a:pt x="77" y="234"/>
                    </a:lnTo>
                    <a:lnTo>
                      <a:pt x="90" y="267"/>
                    </a:lnTo>
                    <a:lnTo>
                      <a:pt x="223" y="231"/>
                    </a:lnTo>
                    <a:lnTo>
                      <a:pt x="306" y="209"/>
                    </a:lnTo>
                    <a:lnTo>
                      <a:pt x="282" y="14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3" name="Google Shape;873;p35"/>
              <p:cNvSpPr/>
              <p:nvPr/>
            </p:nvSpPr>
            <p:spPr>
              <a:xfrm>
                <a:off x="2072013" y="1742420"/>
                <a:ext cx="572068" cy="498820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86" extrusionOk="0">
                    <a:moveTo>
                      <a:pt x="0" y="66"/>
                    </a:moveTo>
                    <a:lnTo>
                      <a:pt x="246" y="0"/>
                    </a:lnTo>
                    <a:lnTo>
                      <a:pt x="328" y="221"/>
                    </a:lnTo>
                    <a:lnTo>
                      <a:pt x="82" y="286"/>
                    </a:lnTo>
                    <a:lnTo>
                      <a:pt x="0" y="66"/>
                    </a:lnTo>
                    <a:moveTo>
                      <a:pt x="282" y="141"/>
                    </a:moveTo>
                    <a:lnTo>
                      <a:pt x="236" y="17"/>
                    </a:lnTo>
                    <a:lnTo>
                      <a:pt x="18" y="75"/>
                    </a:lnTo>
                    <a:lnTo>
                      <a:pt x="77" y="234"/>
                    </a:lnTo>
                    <a:lnTo>
                      <a:pt x="90" y="267"/>
                    </a:lnTo>
                    <a:lnTo>
                      <a:pt x="223" y="231"/>
                    </a:lnTo>
                    <a:lnTo>
                      <a:pt x="306" y="209"/>
                    </a:lnTo>
                    <a:lnTo>
                      <a:pt x="282" y="14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4" name="Google Shape;874;p35"/>
              <p:cNvSpPr/>
              <p:nvPr/>
            </p:nvSpPr>
            <p:spPr>
              <a:xfrm>
                <a:off x="2387696" y="1949970"/>
                <a:ext cx="218014" cy="195342"/>
              </a:xfrm>
              <a:custGeom>
                <a:avLst/>
                <a:gdLst/>
                <a:ahLst/>
                <a:cxnLst/>
                <a:rect l="l" t="t" r="r" b="b"/>
                <a:pathLst>
                  <a:path w="97" h="87" extrusionOk="0">
                    <a:moveTo>
                      <a:pt x="38" y="1"/>
                    </a:moveTo>
                    <a:cubicBezTo>
                      <a:pt x="42" y="0"/>
                      <a:pt x="46" y="0"/>
                      <a:pt x="50" y="1"/>
                    </a:cubicBezTo>
                    <a:cubicBezTo>
                      <a:pt x="51" y="1"/>
                      <a:pt x="51" y="1"/>
                      <a:pt x="52" y="1"/>
                    </a:cubicBezTo>
                    <a:cubicBezTo>
                      <a:pt x="52" y="2"/>
                      <a:pt x="52" y="2"/>
                      <a:pt x="52" y="2"/>
                    </a:cubicBezTo>
                    <a:cubicBezTo>
                      <a:pt x="56" y="3"/>
                      <a:pt x="61" y="6"/>
                      <a:pt x="65" y="9"/>
                    </a:cubicBezTo>
                    <a:cubicBezTo>
                      <a:pt x="69" y="11"/>
                      <a:pt x="73" y="14"/>
                      <a:pt x="78" y="17"/>
                    </a:cubicBezTo>
                    <a:cubicBezTo>
                      <a:pt x="97" y="70"/>
                      <a:pt x="97" y="70"/>
                      <a:pt x="97" y="70"/>
                    </a:cubicBezTo>
                    <a:cubicBezTo>
                      <a:pt x="32" y="87"/>
                      <a:pt x="32" y="87"/>
                      <a:pt x="32" y="87"/>
                    </a:cubicBezTo>
                    <a:cubicBezTo>
                      <a:pt x="31" y="85"/>
                      <a:pt x="31" y="85"/>
                      <a:pt x="31" y="85"/>
                    </a:cubicBezTo>
                    <a:cubicBezTo>
                      <a:pt x="21" y="77"/>
                      <a:pt x="11" y="70"/>
                      <a:pt x="0" y="63"/>
                    </a:cubicBezTo>
                    <a:cubicBezTo>
                      <a:pt x="1" y="62"/>
                      <a:pt x="1" y="62"/>
                      <a:pt x="1" y="62"/>
                    </a:cubicBezTo>
                    <a:cubicBezTo>
                      <a:pt x="3" y="54"/>
                      <a:pt x="6" y="47"/>
                      <a:pt x="9" y="39"/>
                    </a:cubicBezTo>
                    <a:cubicBezTo>
                      <a:pt x="12" y="29"/>
                      <a:pt x="16" y="18"/>
                      <a:pt x="23" y="10"/>
                    </a:cubicBezTo>
                    <a:cubicBezTo>
                      <a:pt x="24" y="10"/>
                      <a:pt x="24" y="9"/>
                      <a:pt x="25" y="9"/>
                    </a:cubicBezTo>
                    <a:cubicBezTo>
                      <a:pt x="28" y="6"/>
                      <a:pt x="31" y="3"/>
                      <a:pt x="35" y="2"/>
                    </a:cubicBezTo>
                    <a:cubicBezTo>
                      <a:pt x="36" y="2"/>
                      <a:pt x="37" y="1"/>
                      <a:pt x="38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5" name="Google Shape;875;p35"/>
              <p:cNvSpPr/>
              <p:nvPr/>
            </p:nvSpPr>
            <p:spPr>
              <a:xfrm>
                <a:off x="2103407" y="1772070"/>
                <a:ext cx="460445" cy="378476"/>
              </a:xfrm>
              <a:custGeom>
                <a:avLst/>
                <a:gdLst/>
                <a:ahLst/>
                <a:cxnLst/>
                <a:rect l="l" t="t" r="r" b="b"/>
                <a:pathLst>
                  <a:path w="205" h="168" extrusionOk="0">
                    <a:moveTo>
                      <a:pt x="0" y="45"/>
                    </a:moveTo>
                    <a:cubicBezTo>
                      <a:pt x="169" y="0"/>
                      <a:pt x="169" y="0"/>
                      <a:pt x="169" y="0"/>
                    </a:cubicBezTo>
                    <a:cubicBezTo>
                      <a:pt x="205" y="96"/>
                      <a:pt x="205" y="96"/>
                      <a:pt x="205" y="96"/>
                    </a:cubicBezTo>
                    <a:cubicBezTo>
                      <a:pt x="200" y="93"/>
                      <a:pt x="196" y="90"/>
                      <a:pt x="192" y="88"/>
                    </a:cubicBezTo>
                    <a:cubicBezTo>
                      <a:pt x="188" y="85"/>
                      <a:pt x="183" y="82"/>
                      <a:pt x="179" y="81"/>
                    </a:cubicBezTo>
                    <a:cubicBezTo>
                      <a:pt x="178" y="80"/>
                      <a:pt x="178" y="80"/>
                      <a:pt x="177" y="80"/>
                    </a:cubicBezTo>
                    <a:cubicBezTo>
                      <a:pt x="173" y="79"/>
                      <a:pt x="169" y="79"/>
                      <a:pt x="165" y="80"/>
                    </a:cubicBezTo>
                    <a:cubicBezTo>
                      <a:pt x="164" y="80"/>
                      <a:pt x="163" y="81"/>
                      <a:pt x="162" y="81"/>
                    </a:cubicBezTo>
                    <a:cubicBezTo>
                      <a:pt x="158" y="82"/>
                      <a:pt x="155" y="85"/>
                      <a:pt x="152" y="88"/>
                    </a:cubicBezTo>
                    <a:cubicBezTo>
                      <a:pt x="151" y="88"/>
                      <a:pt x="151" y="89"/>
                      <a:pt x="150" y="89"/>
                    </a:cubicBezTo>
                    <a:cubicBezTo>
                      <a:pt x="143" y="97"/>
                      <a:pt x="139" y="108"/>
                      <a:pt x="136" y="118"/>
                    </a:cubicBezTo>
                    <a:cubicBezTo>
                      <a:pt x="133" y="126"/>
                      <a:pt x="130" y="133"/>
                      <a:pt x="128" y="141"/>
                    </a:cubicBezTo>
                    <a:cubicBezTo>
                      <a:pt x="127" y="142"/>
                      <a:pt x="127" y="142"/>
                      <a:pt x="127" y="142"/>
                    </a:cubicBezTo>
                    <a:cubicBezTo>
                      <a:pt x="119" y="136"/>
                      <a:pt x="111" y="131"/>
                      <a:pt x="103" y="126"/>
                    </a:cubicBezTo>
                    <a:cubicBezTo>
                      <a:pt x="94" y="121"/>
                      <a:pt x="85" y="116"/>
                      <a:pt x="76" y="118"/>
                    </a:cubicBezTo>
                    <a:cubicBezTo>
                      <a:pt x="76" y="118"/>
                      <a:pt x="76" y="118"/>
                      <a:pt x="76" y="118"/>
                    </a:cubicBezTo>
                    <a:cubicBezTo>
                      <a:pt x="73" y="118"/>
                      <a:pt x="71" y="120"/>
                      <a:pt x="69" y="121"/>
                    </a:cubicBezTo>
                    <a:cubicBezTo>
                      <a:pt x="67" y="123"/>
                      <a:pt x="64" y="126"/>
                      <a:pt x="62" y="130"/>
                    </a:cubicBezTo>
                    <a:cubicBezTo>
                      <a:pt x="55" y="141"/>
                      <a:pt x="49" y="154"/>
                      <a:pt x="46" y="168"/>
                    </a:cubicBezTo>
                    <a:lnTo>
                      <a:pt x="0" y="45"/>
                    </a:lnTo>
                    <a:close/>
                    <a:moveTo>
                      <a:pt x="75" y="99"/>
                    </a:moveTo>
                    <a:cubicBezTo>
                      <a:pt x="88" y="96"/>
                      <a:pt x="94" y="80"/>
                      <a:pt x="88" y="64"/>
                    </a:cubicBezTo>
                    <a:cubicBezTo>
                      <a:pt x="82" y="49"/>
                      <a:pt x="67" y="39"/>
                      <a:pt x="54" y="42"/>
                    </a:cubicBezTo>
                    <a:cubicBezTo>
                      <a:pt x="41" y="46"/>
                      <a:pt x="35" y="61"/>
                      <a:pt x="41" y="77"/>
                    </a:cubicBezTo>
                    <a:cubicBezTo>
                      <a:pt x="47" y="93"/>
                      <a:pt x="62" y="103"/>
                      <a:pt x="75" y="99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6" name="Google Shape;876;p35"/>
              <p:cNvSpPr/>
              <p:nvPr/>
            </p:nvSpPr>
            <p:spPr>
              <a:xfrm>
                <a:off x="2206309" y="2033688"/>
                <a:ext cx="254640" cy="174412"/>
              </a:xfrm>
              <a:custGeom>
                <a:avLst/>
                <a:gdLst/>
                <a:ahLst/>
                <a:cxnLst/>
                <a:rect l="l" t="t" r="r" b="b"/>
                <a:pathLst>
                  <a:path w="113" h="78" extrusionOk="0">
                    <a:moveTo>
                      <a:pt x="30" y="2"/>
                    </a:moveTo>
                    <a:cubicBezTo>
                      <a:pt x="30" y="2"/>
                      <a:pt x="30" y="2"/>
                      <a:pt x="30" y="2"/>
                    </a:cubicBezTo>
                    <a:cubicBezTo>
                      <a:pt x="39" y="0"/>
                      <a:pt x="48" y="5"/>
                      <a:pt x="57" y="10"/>
                    </a:cubicBezTo>
                    <a:cubicBezTo>
                      <a:pt x="65" y="15"/>
                      <a:pt x="73" y="20"/>
                      <a:pt x="81" y="26"/>
                    </a:cubicBezTo>
                    <a:cubicBezTo>
                      <a:pt x="92" y="33"/>
                      <a:pt x="102" y="40"/>
                      <a:pt x="112" y="48"/>
                    </a:cubicBezTo>
                    <a:cubicBezTo>
                      <a:pt x="113" y="50"/>
                      <a:pt x="113" y="50"/>
                      <a:pt x="113" y="50"/>
                    </a:cubicBezTo>
                    <a:cubicBezTo>
                      <a:pt x="10" y="78"/>
                      <a:pt x="10" y="78"/>
                      <a:pt x="10" y="78"/>
                    </a:cubicBezTo>
                    <a:cubicBezTo>
                      <a:pt x="0" y="52"/>
                      <a:pt x="0" y="52"/>
                      <a:pt x="0" y="52"/>
                    </a:cubicBezTo>
                    <a:cubicBezTo>
                      <a:pt x="3" y="38"/>
                      <a:pt x="9" y="25"/>
                      <a:pt x="16" y="14"/>
                    </a:cubicBezTo>
                    <a:cubicBezTo>
                      <a:pt x="18" y="10"/>
                      <a:pt x="21" y="7"/>
                      <a:pt x="23" y="5"/>
                    </a:cubicBezTo>
                    <a:cubicBezTo>
                      <a:pt x="25" y="4"/>
                      <a:pt x="27" y="2"/>
                      <a:pt x="30" y="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7" name="Google Shape;877;p35"/>
              <p:cNvSpPr/>
              <p:nvPr/>
            </p:nvSpPr>
            <p:spPr>
              <a:xfrm>
                <a:off x="2049339" y="1857532"/>
                <a:ext cx="165691" cy="399405"/>
              </a:xfrm>
              <a:custGeom>
                <a:avLst/>
                <a:gdLst/>
                <a:ahLst/>
                <a:cxnLst/>
                <a:rect l="l" t="t" r="r" b="b"/>
                <a:pathLst>
                  <a:path w="95" h="229" extrusionOk="0">
                    <a:moveTo>
                      <a:pt x="95" y="220"/>
                    </a:moveTo>
                    <a:lnTo>
                      <a:pt x="82" y="229"/>
                    </a:lnTo>
                    <a:lnTo>
                      <a:pt x="0" y="8"/>
                    </a:lnTo>
                    <a:lnTo>
                      <a:pt x="13" y="0"/>
                    </a:lnTo>
                    <a:lnTo>
                      <a:pt x="95" y="22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8" name="Google Shape;878;p35"/>
              <p:cNvSpPr/>
              <p:nvPr/>
            </p:nvSpPr>
            <p:spPr>
              <a:xfrm>
                <a:off x="2192356" y="2127871"/>
                <a:ext cx="451725" cy="129065"/>
              </a:xfrm>
              <a:custGeom>
                <a:avLst/>
                <a:gdLst/>
                <a:ahLst/>
                <a:cxnLst/>
                <a:rect l="l" t="t" r="r" b="b"/>
                <a:pathLst>
                  <a:path w="259" h="74" extrusionOk="0">
                    <a:moveTo>
                      <a:pt x="259" y="0"/>
                    </a:moveTo>
                    <a:lnTo>
                      <a:pt x="245" y="7"/>
                    </a:lnTo>
                    <a:lnTo>
                      <a:pt x="0" y="74"/>
                    </a:lnTo>
                    <a:lnTo>
                      <a:pt x="13" y="65"/>
                    </a:lnTo>
                    <a:lnTo>
                      <a:pt x="25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4"/>
          <p:cNvSpPr/>
          <p:nvPr/>
        </p:nvSpPr>
        <p:spPr>
          <a:xfrm>
            <a:off x="-797600" y="2999788"/>
            <a:ext cx="2722800" cy="27228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1208" name="Google Shape;1208;p44"/>
          <p:cNvSpPr txBox="1">
            <a:spLocks noGrp="1"/>
          </p:cNvSpPr>
          <p:nvPr>
            <p:ph type="title"/>
          </p:nvPr>
        </p:nvSpPr>
        <p:spPr>
          <a:xfrm>
            <a:off x="552960" y="709375"/>
            <a:ext cx="8221980" cy="65306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Samsung </a:t>
            </a:r>
            <a:r>
              <a:rPr lang="en-US" sz="2000" b="1" dirty="0"/>
              <a:t>Is the Most Diversified Brand</a:t>
            </a:r>
            <a:br>
              <a:rPr lang="en-US" sz="2000" b="1" dirty="0"/>
            </a:br>
            <a:r>
              <a:rPr lang="en-US" sz="2000" dirty="0">
                <a:sym typeface="Wingdings" panose="05000000000000000000" pitchFamily="2" charset="2"/>
              </a:rPr>
              <a:t> </a:t>
            </a:r>
            <a:r>
              <a:rPr lang="en-US" sz="2000" dirty="0"/>
              <a:t>Galaxy S24 Is the Top Revenue-Generating Model</a:t>
            </a:r>
            <a:endParaRPr sz="2000" dirty="0"/>
          </a:p>
        </p:txBody>
      </p:sp>
      <p:pic>
        <p:nvPicPr>
          <p:cNvPr id="2052" name="Picture 4" descr="Samsung Galaxy S24 and S24 Plus review: smart choices | The Verge">
            <a:extLst>
              <a:ext uri="{FF2B5EF4-FFF2-40B4-BE49-F238E27FC236}">
                <a16:creationId xmlns:a16="http://schemas.microsoft.com/office/drawing/2014/main" id="{C699198F-B643-30AF-763E-7696DC818F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813" y="1904999"/>
            <a:ext cx="3454027" cy="2529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2BAFAF3A-4C94-7787-1D87-9D0FF817E5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5261" y="1669177"/>
            <a:ext cx="3459569" cy="1320099"/>
          </a:xfrm>
          <a:prstGeom prst="rect">
            <a:avLst/>
          </a:prstGeom>
        </p:spPr>
      </p:pic>
      <p:pic>
        <p:nvPicPr>
          <p:cNvPr id="5" name="Picture 4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A2FC284F-7CEF-0357-3041-418866BE7F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85261" y="3169561"/>
            <a:ext cx="4103608" cy="14666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208;p44">
            <a:extLst>
              <a:ext uri="{FF2B5EF4-FFF2-40B4-BE49-F238E27FC236}">
                <a16:creationId xmlns:a16="http://schemas.microsoft.com/office/drawing/2014/main" id="{99C1CB22-1220-99A0-E951-51A6407917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897800" y="691828"/>
            <a:ext cx="2771605" cy="59078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1200" b="1" dirty="0">
                <a:latin typeface="Assistant" pitchFamily="2" charset="-79"/>
                <a:cs typeface="Assistant" pitchFamily="2" charset="-79"/>
                <a:sym typeface="Wingdings" panose="05000000000000000000" pitchFamily="2" charset="2"/>
              </a:rPr>
              <a:t></a:t>
            </a:r>
            <a:r>
              <a:rPr lang="en-US" sz="1200" b="1" dirty="0">
                <a:latin typeface="Assistant" pitchFamily="2" charset="-79"/>
                <a:cs typeface="Assistant" pitchFamily="2" charset="-79"/>
              </a:rPr>
              <a:t>China Has the Highest Average Units Sold Per Transaction</a:t>
            </a:r>
            <a:br>
              <a:rPr lang="en-US" sz="1200" b="1" dirty="0">
                <a:latin typeface="Assistant" pitchFamily="2" charset="-79"/>
                <a:cs typeface="Assistant" pitchFamily="2" charset="-79"/>
              </a:rPr>
            </a:br>
            <a:endParaRPr sz="1200" b="1" dirty="0">
              <a:latin typeface="Assistant" pitchFamily="2" charset="-79"/>
              <a:cs typeface="Assistant" pitchFamily="2" charset="-79"/>
            </a:endParaRPr>
          </a:p>
        </p:txBody>
      </p:sp>
      <p:pic>
        <p:nvPicPr>
          <p:cNvPr id="10" name="Google Shape;1293;p48" title="Chart">
            <a:hlinkClick r:id="rId3"/>
            <a:extLst>
              <a:ext uri="{FF2B5EF4-FFF2-40B4-BE49-F238E27FC236}">
                <a16:creationId xmlns:a16="http://schemas.microsoft.com/office/drawing/2014/main" id="{71440FD6-3026-2EE9-8CA5-6B38F792449B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3714" y="1248445"/>
            <a:ext cx="3768180" cy="22869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 descr="A computer code with text&#10;&#10;AI-generated content may be incorrect.">
            <a:extLst>
              <a:ext uri="{FF2B5EF4-FFF2-40B4-BE49-F238E27FC236}">
                <a16:creationId xmlns:a16="http://schemas.microsoft.com/office/drawing/2014/main" id="{A53482F8-F12B-CE44-C055-A767CF68C8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7800" y="1043522"/>
            <a:ext cx="2771605" cy="1107783"/>
          </a:xfrm>
          <a:prstGeom prst="rect">
            <a:avLst/>
          </a:prstGeom>
        </p:spPr>
      </p:pic>
      <p:pic>
        <p:nvPicPr>
          <p:cNvPr id="12" name="Picture 11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637262B9-772A-79DF-485C-B7297B7C08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048" y="3790050"/>
            <a:ext cx="4203312" cy="1214284"/>
          </a:xfrm>
          <a:prstGeom prst="rect">
            <a:avLst/>
          </a:prstGeom>
        </p:spPr>
      </p:pic>
      <p:cxnSp>
        <p:nvCxnSpPr>
          <p:cNvPr id="13" name="Google Shape;1214;p44">
            <a:extLst>
              <a:ext uri="{FF2B5EF4-FFF2-40B4-BE49-F238E27FC236}">
                <a16:creationId xmlns:a16="http://schemas.microsoft.com/office/drawing/2014/main" id="{983116B8-CF1E-16D9-1CBB-DABF03ACBF5E}"/>
              </a:ext>
            </a:extLst>
          </p:cNvPr>
          <p:cNvCxnSpPr>
            <a:cxnSpLocks/>
            <a:endCxn id="11" idx="1"/>
          </p:cNvCxnSpPr>
          <p:nvPr/>
        </p:nvCxnSpPr>
        <p:spPr>
          <a:xfrm flipV="1">
            <a:off x="4627418" y="1597414"/>
            <a:ext cx="1270382" cy="86869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" name="Google Shape;1214;p44">
            <a:extLst>
              <a:ext uri="{FF2B5EF4-FFF2-40B4-BE49-F238E27FC236}">
                <a16:creationId xmlns:a16="http://schemas.microsoft.com/office/drawing/2014/main" id="{87AB17E2-C1A7-339C-0C1E-1DF52D2D2D3C}"/>
              </a:ext>
            </a:extLst>
          </p:cNvPr>
          <p:cNvCxnSpPr>
            <a:cxnSpLocks/>
            <a:endCxn id="12" idx="0"/>
          </p:cNvCxnSpPr>
          <p:nvPr/>
        </p:nvCxnSpPr>
        <p:spPr>
          <a:xfrm rot="10800000" flipV="1">
            <a:off x="2302704" y="2644140"/>
            <a:ext cx="1888296" cy="114591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6" name="Picture 1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BBBDEBC-FAD7-4CE6-D1AB-EAD5A05CF3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97799" y="3463636"/>
            <a:ext cx="3045153" cy="1474802"/>
          </a:xfrm>
          <a:prstGeom prst="rect">
            <a:avLst/>
          </a:prstGeom>
        </p:spPr>
      </p:pic>
      <p:cxnSp>
        <p:nvCxnSpPr>
          <p:cNvPr id="17" name="Google Shape;1214;p44">
            <a:extLst>
              <a:ext uri="{FF2B5EF4-FFF2-40B4-BE49-F238E27FC236}">
                <a16:creationId xmlns:a16="http://schemas.microsoft.com/office/drawing/2014/main" id="{67B9E523-481F-13C7-9484-145159C0E305}"/>
              </a:ext>
            </a:extLst>
          </p:cNvPr>
          <p:cNvCxnSpPr>
            <a:cxnSpLocks/>
            <a:endCxn id="16" idx="0"/>
          </p:cNvCxnSpPr>
          <p:nvPr/>
        </p:nvCxnSpPr>
        <p:spPr>
          <a:xfrm>
            <a:off x="5481894" y="2677392"/>
            <a:ext cx="1938482" cy="786244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FC4220B-F21C-6295-519F-EB0D8C9CE727}"/>
              </a:ext>
            </a:extLst>
          </p:cNvPr>
          <p:cNvSpPr txBox="1"/>
          <p:nvPr/>
        </p:nvSpPr>
        <p:spPr>
          <a:xfrm>
            <a:off x="151133" y="3140470"/>
            <a:ext cx="15724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  <a:sym typeface="Wingdings" panose="05000000000000000000" pitchFamily="2" charset="2"/>
              </a:rPr>
              <a:t> </a:t>
            </a:r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UAE Customers Pay the Highest Price Per Unit Sold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910C2E-EF2B-BBB7-737C-0E8611E32F38}"/>
              </a:ext>
            </a:extLst>
          </p:cNvPr>
          <p:cNvSpPr txBox="1"/>
          <p:nvPr/>
        </p:nvSpPr>
        <p:spPr>
          <a:xfrm>
            <a:off x="5971309" y="2966219"/>
            <a:ext cx="36021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  <a:sym typeface="Wingdings" panose="05000000000000000000" pitchFamily="2" charset="2"/>
              </a:rPr>
              <a:t> </a:t>
            </a:r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Premium Phones Sell Strongest in Asia</a:t>
            </a:r>
          </a:p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  <a:sym typeface="Wingdings" panose="05000000000000000000" pitchFamily="2" charset="2"/>
              </a:rPr>
              <a:t> G</a:t>
            </a:r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enerates the highest revenue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811951F-7814-D06B-3FEC-12660D383C07}"/>
              </a:ext>
            </a:extLst>
          </p:cNvPr>
          <p:cNvSpPr txBox="1"/>
          <p:nvPr/>
        </p:nvSpPr>
        <p:spPr>
          <a:xfrm>
            <a:off x="0" y="1152011"/>
            <a:ext cx="170750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  <a:sym typeface="Wingdings" panose="05000000000000000000" pitchFamily="2" charset="2"/>
              </a:rPr>
              <a:t> </a:t>
            </a:r>
            <a:r>
              <a:rPr lang="en-US" sz="1200" b="1" dirty="0">
                <a:solidFill>
                  <a:schemeClr val="tx1"/>
                </a:solidFill>
                <a:latin typeface="Assistant" pitchFamily="2" charset="-79"/>
                <a:cs typeface="Assistant" pitchFamily="2" charset="-79"/>
              </a:rPr>
              <a:t>Europe Holds a Significant Portion of Global Market Activity</a:t>
            </a:r>
          </a:p>
        </p:txBody>
      </p:sp>
      <p:pic>
        <p:nvPicPr>
          <p:cNvPr id="27" name="Picture 26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A8EE3417-1487-BAF8-C4FC-868E5B8761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1132" y="176778"/>
            <a:ext cx="2418885" cy="923638"/>
          </a:xfrm>
          <a:prstGeom prst="rect">
            <a:avLst/>
          </a:prstGeom>
        </p:spPr>
      </p:pic>
      <p:cxnSp>
        <p:nvCxnSpPr>
          <p:cNvPr id="28" name="Google Shape;1214;p44">
            <a:extLst>
              <a:ext uri="{FF2B5EF4-FFF2-40B4-BE49-F238E27FC236}">
                <a16:creationId xmlns:a16="http://schemas.microsoft.com/office/drawing/2014/main" id="{9A2ED9B1-0573-09A6-BCF1-454D12AC23C7}"/>
              </a:ext>
            </a:extLst>
          </p:cNvPr>
          <p:cNvCxnSpPr>
            <a:cxnSpLocks/>
            <a:endCxn id="27" idx="3"/>
          </p:cNvCxnSpPr>
          <p:nvPr/>
        </p:nvCxnSpPr>
        <p:spPr>
          <a:xfrm rot="16200000" flipV="1">
            <a:off x="2437656" y="770958"/>
            <a:ext cx="1512708" cy="1247986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2">
          <a:extLst>
            <a:ext uri="{FF2B5EF4-FFF2-40B4-BE49-F238E27FC236}">
              <a16:creationId xmlns:a16="http://schemas.microsoft.com/office/drawing/2014/main" id="{660F41FB-20EB-24C6-D804-4C5D9EFB2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4">
            <a:extLst>
              <a:ext uri="{FF2B5EF4-FFF2-40B4-BE49-F238E27FC236}">
                <a16:creationId xmlns:a16="http://schemas.microsoft.com/office/drawing/2014/main" id="{4B882A79-A616-D1E0-C143-746B566218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7441" y="100486"/>
            <a:ext cx="3214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Sony!</a:t>
            </a:r>
            <a:endParaRPr dirty="0"/>
          </a:p>
        </p:txBody>
      </p:sp>
      <p:sp>
        <p:nvSpPr>
          <p:cNvPr id="674" name="Google Shape;674;p34">
            <a:extLst>
              <a:ext uri="{FF2B5EF4-FFF2-40B4-BE49-F238E27FC236}">
                <a16:creationId xmlns:a16="http://schemas.microsoft.com/office/drawing/2014/main" id="{DA394B7D-C916-6718-A9C9-FD7043C075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3116" y="3146705"/>
            <a:ext cx="5893110" cy="21595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dirty="0"/>
              <a:t>Sony stands out as the </a:t>
            </a:r>
            <a:r>
              <a:rPr lang="en-US" b="1" dirty="0"/>
              <a:t>most expensive phone brand</a:t>
            </a:r>
            <a:r>
              <a:rPr lang="en-US" dirty="0"/>
              <a:t>, yet it has </a:t>
            </a:r>
            <a:r>
              <a:rPr lang="en-US" b="1" dirty="0"/>
              <a:t>the lowest total units sold </a:t>
            </a:r>
            <a:r>
              <a:rPr lang="en-US" dirty="0"/>
              <a:t>and </a:t>
            </a:r>
            <a:r>
              <a:rPr lang="en-US" b="1" dirty="0"/>
              <a:t>does not rank among the top revenue </a:t>
            </a:r>
            <a:r>
              <a:rPr lang="en-US" dirty="0"/>
              <a:t>generators.</a:t>
            </a:r>
          </a:p>
          <a:p>
            <a:pPr marL="0" lvl="0" indent="0">
              <a:buNone/>
            </a:pPr>
            <a:endParaRPr lang="en-US" dirty="0"/>
          </a:p>
          <a:p>
            <a:pPr marL="171450" lvl="0" indent="-171450">
              <a:buFont typeface="Wingdings" panose="05000000000000000000" pitchFamily="2" charset="2"/>
              <a:buChar char="à"/>
            </a:pPr>
            <a:r>
              <a:rPr lang="en-US" dirty="0"/>
              <a:t>Phones are not Sony’s main revenue driver. Sony may rely more on other product lines (e.g., TVs, cameras, gaming consoles, audio equipment) for overall revenue.</a:t>
            </a:r>
          </a:p>
          <a:p>
            <a:pPr marL="171450" lvl="0" indent="-171450">
              <a:buFont typeface="Wingdings" panose="05000000000000000000" pitchFamily="2" charset="2"/>
              <a:buChar char="à"/>
            </a:pPr>
            <a:endParaRPr lang="en-US" dirty="0"/>
          </a:p>
          <a:p>
            <a:pPr marL="171450" lvl="0" indent="-171450">
              <a:buFont typeface="Wingdings" panose="05000000000000000000" pitchFamily="2" charset="2"/>
              <a:buChar char="à"/>
            </a:pPr>
            <a:r>
              <a:rPr lang="en-US" dirty="0"/>
              <a:t>Limited focus on the mobile phone market Their strategy may be to offer premium phones for a niche audience rather than compete on volume.</a:t>
            </a:r>
            <a:endParaRPr dirty="0"/>
          </a:p>
        </p:txBody>
      </p:sp>
      <p:sp>
        <p:nvSpPr>
          <p:cNvPr id="677" name="Google Shape;677;p34">
            <a:extLst>
              <a:ext uri="{FF2B5EF4-FFF2-40B4-BE49-F238E27FC236}">
                <a16:creationId xmlns:a16="http://schemas.microsoft.com/office/drawing/2014/main" id="{0D8D4D28-908B-3DDD-7893-C65A6F4B79FB}"/>
              </a:ext>
            </a:extLst>
          </p:cNvPr>
          <p:cNvSpPr/>
          <p:nvPr/>
        </p:nvSpPr>
        <p:spPr>
          <a:xfrm>
            <a:off x="8341386" y="2861742"/>
            <a:ext cx="645950" cy="643253"/>
          </a:xfrm>
          <a:custGeom>
            <a:avLst/>
            <a:gdLst/>
            <a:ahLst/>
            <a:cxnLst/>
            <a:rect l="l" t="t" r="r" b="b"/>
            <a:pathLst>
              <a:path w="241" h="240" extrusionOk="0">
                <a:moveTo>
                  <a:pt x="241" y="121"/>
                </a:moveTo>
                <a:lnTo>
                  <a:pt x="162" y="144"/>
                </a:lnTo>
                <a:lnTo>
                  <a:pt x="184" y="222"/>
                </a:lnTo>
                <a:lnTo>
                  <a:pt x="119" y="240"/>
                </a:lnTo>
                <a:lnTo>
                  <a:pt x="98" y="161"/>
                </a:lnTo>
                <a:lnTo>
                  <a:pt x="18" y="182"/>
                </a:lnTo>
                <a:lnTo>
                  <a:pt x="0" y="118"/>
                </a:lnTo>
                <a:lnTo>
                  <a:pt x="80" y="96"/>
                </a:lnTo>
                <a:lnTo>
                  <a:pt x="58" y="18"/>
                </a:lnTo>
                <a:lnTo>
                  <a:pt x="122" y="0"/>
                </a:lnTo>
                <a:lnTo>
                  <a:pt x="144" y="79"/>
                </a:lnTo>
                <a:lnTo>
                  <a:pt x="223" y="57"/>
                </a:lnTo>
                <a:lnTo>
                  <a:pt x="241" y="121"/>
                </a:lnTo>
                <a:close/>
                <a:moveTo>
                  <a:pt x="148" y="135"/>
                </a:moveTo>
                <a:lnTo>
                  <a:pt x="227" y="113"/>
                </a:lnTo>
                <a:lnTo>
                  <a:pt x="216" y="71"/>
                </a:lnTo>
                <a:lnTo>
                  <a:pt x="136" y="93"/>
                </a:lnTo>
                <a:lnTo>
                  <a:pt x="115" y="14"/>
                </a:lnTo>
                <a:lnTo>
                  <a:pt x="71" y="26"/>
                </a:lnTo>
                <a:lnTo>
                  <a:pt x="93" y="105"/>
                </a:lnTo>
                <a:lnTo>
                  <a:pt x="15" y="127"/>
                </a:lnTo>
                <a:lnTo>
                  <a:pt x="26" y="169"/>
                </a:lnTo>
                <a:lnTo>
                  <a:pt x="105" y="147"/>
                </a:lnTo>
                <a:lnTo>
                  <a:pt x="127" y="226"/>
                </a:lnTo>
                <a:lnTo>
                  <a:pt x="169" y="214"/>
                </a:lnTo>
                <a:lnTo>
                  <a:pt x="148" y="13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Placeholder 5" descr="A cell phone falling into water&#10;&#10;AI-generated content may be incorrect.">
            <a:extLst>
              <a:ext uri="{FF2B5EF4-FFF2-40B4-BE49-F238E27FC236}">
                <a16:creationId xmlns:a16="http://schemas.microsoft.com/office/drawing/2014/main" id="{44A980F5-A81F-3D89-E87D-8C37BD370BD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 l="16667" r="16667"/>
          <a:stretch>
            <a:fillRect/>
          </a:stretch>
        </p:blipFill>
        <p:spPr>
          <a:xfrm>
            <a:off x="5653231" y="0"/>
            <a:ext cx="3504995" cy="3504995"/>
          </a:xfr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C3BA8A-637C-65DC-08C6-42B5CE6CC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0318" y="2030239"/>
            <a:ext cx="1233487" cy="1093952"/>
          </a:xfrm>
          <a:prstGeom prst="rect">
            <a:avLst/>
          </a:prstGeom>
        </p:spPr>
      </p:pic>
      <p:pic>
        <p:nvPicPr>
          <p:cNvPr id="10" name="Picture 9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79D436EC-DD07-39C7-1683-4D2ECEF27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7752" y="2054512"/>
            <a:ext cx="3252915" cy="1034475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FDDA311-7631-A052-CEB1-829040A84F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0667" y="101995"/>
            <a:ext cx="1005734" cy="1826872"/>
          </a:xfrm>
          <a:prstGeom prst="rect">
            <a:avLst/>
          </a:prstGeom>
        </p:spPr>
      </p:pic>
      <p:pic>
        <p:nvPicPr>
          <p:cNvPr id="14" name="Picture 13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B9ED5A90-2EBF-C583-3BF0-23D7F8B48C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7752" y="784184"/>
            <a:ext cx="3121257" cy="114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6116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0"/>
          <p:cNvSpPr/>
          <p:nvPr/>
        </p:nvSpPr>
        <p:spPr>
          <a:xfrm>
            <a:off x="6364150" y="1585621"/>
            <a:ext cx="1716900" cy="1716900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ssistant"/>
              <a:ea typeface="Assistant"/>
              <a:cs typeface="Assistant"/>
              <a:sym typeface="Assistant"/>
            </a:endParaRPr>
          </a:p>
        </p:txBody>
      </p:sp>
      <p:sp>
        <p:nvSpPr>
          <p:cNvPr id="987" name="Google Shape;987;p40"/>
          <p:cNvSpPr txBox="1">
            <a:spLocks noGrp="1"/>
          </p:cNvSpPr>
          <p:nvPr>
            <p:ph type="title"/>
          </p:nvPr>
        </p:nvSpPr>
        <p:spPr>
          <a:xfrm>
            <a:off x="2415900" y="1738475"/>
            <a:ext cx="4312200" cy="10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500" dirty="0"/>
              <a:t>Thank you!</a:t>
            </a:r>
            <a:endParaRPr sz="5500" dirty="0"/>
          </a:p>
        </p:txBody>
      </p:sp>
      <p:grpSp>
        <p:nvGrpSpPr>
          <p:cNvPr id="989" name="Google Shape;989;p40"/>
          <p:cNvGrpSpPr/>
          <p:nvPr/>
        </p:nvGrpSpPr>
        <p:grpSpPr>
          <a:xfrm rot="-539466" flipH="1">
            <a:off x="5367311" y="1878727"/>
            <a:ext cx="2811325" cy="2759601"/>
            <a:chOff x="-3117607" y="1171800"/>
            <a:chExt cx="2812784" cy="2761033"/>
          </a:xfrm>
        </p:grpSpPr>
        <p:sp>
          <p:nvSpPr>
            <p:cNvPr id="990" name="Google Shape;990;p40"/>
            <p:cNvSpPr/>
            <p:nvPr/>
          </p:nvSpPr>
          <p:spPr>
            <a:xfrm rot="1352046" flipH="1">
              <a:off x="-2150119" y="2889889"/>
              <a:ext cx="310694" cy="168188"/>
            </a:xfrm>
            <a:custGeom>
              <a:avLst/>
              <a:gdLst/>
              <a:ahLst/>
              <a:cxnLst/>
              <a:rect l="l" t="t" r="r" b="b"/>
              <a:pathLst>
                <a:path w="256" h="139" extrusionOk="0">
                  <a:moveTo>
                    <a:pt x="253" y="8"/>
                  </a:moveTo>
                  <a:cubicBezTo>
                    <a:pt x="7" y="138"/>
                    <a:pt x="7" y="138"/>
                    <a:pt x="7" y="138"/>
                  </a:cubicBezTo>
                  <a:cubicBezTo>
                    <a:pt x="5" y="139"/>
                    <a:pt x="2" y="138"/>
                    <a:pt x="1" y="136"/>
                  </a:cubicBezTo>
                  <a:cubicBezTo>
                    <a:pt x="0" y="135"/>
                    <a:pt x="1" y="132"/>
                    <a:pt x="3" y="131"/>
                  </a:cubicBezTo>
                  <a:cubicBezTo>
                    <a:pt x="250" y="1"/>
                    <a:pt x="250" y="1"/>
                    <a:pt x="250" y="1"/>
                  </a:cubicBezTo>
                  <a:cubicBezTo>
                    <a:pt x="252" y="0"/>
                    <a:pt x="254" y="1"/>
                    <a:pt x="255" y="3"/>
                  </a:cubicBezTo>
                  <a:cubicBezTo>
                    <a:pt x="255" y="3"/>
                    <a:pt x="255" y="3"/>
                    <a:pt x="255" y="3"/>
                  </a:cubicBezTo>
                  <a:cubicBezTo>
                    <a:pt x="256" y="5"/>
                    <a:pt x="255" y="7"/>
                    <a:pt x="253" y="8"/>
                  </a:cubicBezTo>
                </a:path>
              </a:pathLst>
            </a:custGeom>
            <a:solidFill>
              <a:srgbClr val="008FC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1" name="Google Shape;991;p40"/>
            <p:cNvSpPr/>
            <p:nvPr/>
          </p:nvSpPr>
          <p:spPr>
            <a:xfrm rot="1352048" flipH="1">
              <a:off x="-2773855" y="1493087"/>
              <a:ext cx="2073428" cy="1991295"/>
            </a:xfrm>
            <a:custGeom>
              <a:avLst/>
              <a:gdLst/>
              <a:ahLst/>
              <a:cxnLst/>
              <a:rect l="l" t="t" r="r" b="b"/>
              <a:pathLst>
                <a:path w="1712" h="1644" extrusionOk="0">
                  <a:moveTo>
                    <a:pt x="76" y="1401"/>
                  </a:moveTo>
                  <a:cubicBezTo>
                    <a:pt x="76" y="1401"/>
                    <a:pt x="3" y="1392"/>
                    <a:pt x="4" y="1343"/>
                  </a:cubicBezTo>
                  <a:cubicBezTo>
                    <a:pt x="5" y="1294"/>
                    <a:pt x="0" y="1294"/>
                    <a:pt x="40" y="1241"/>
                  </a:cubicBezTo>
                  <a:cubicBezTo>
                    <a:pt x="80" y="1187"/>
                    <a:pt x="504" y="683"/>
                    <a:pt x="504" y="683"/>
                  </a:cubicBezTo>
                  <a:cubicBezTo>
                    <a:pt x="857" y="269"/>
                    <a:pt x="857" y="269"/>
                    <a:pt x="857" y="269"/>
                  </a:cubicBezTo>
                  <a:cubicBezTo>
                    <a:pt x="1031" y="64"/>
                    <a:pt x="1031" y="64"/>
                    <a:pt x="1031" y="64"/>
                  </a:cubicBezTo>
                  <a:cubicBezTo>
                    <a:pt x="1031" y="64"/>
                    <a:pt x="1074" y="0"/>
                    <a:pt x="1180" y="50"/>
                  </a:cubicBezTo>
                  <a:cubicBezTo>
                    <a:pt x="1287" y="100"/>
                    <a:pt x="1657" y="297"/>
                    <a:pt x="1657" y="297"/>
                  </a:cubicBezTo>
                  <a:cubicBezTo>
                    <a:pt x="1657" y="297"/>
                    <a:pt x="1712" y="332"/>
                    <a:pt x="1681" y="377"/>
                  </a:cubicBezTo>
                  <a:cubicBezTo>
                    <a:pt x="1651" y="421"/>
                    <a:pt x="1300" y="850"/>
                    <a:pt x="1300" y="850"/>
                  </a:cubicBezTo>
                  <a:cubicBezTo>
                    <a:pt x="629" y="1629"/>
                    <a:pt x="629" y="1629"/>
                    <a:pt x="629" y="1629"/>
                  </a:cubicBezTo>
                  <a:cubicBezTo>
                    <a:pt x="629" y="1629"/>
                    <a:pt x="494" y="1644"/>
                    <a:pt x="416" y="1619"/>
                  </a:cubicBezTo>
                  <a:cubicBezTo>
                    <a:pt x="338" y="1593"/>
                    <a:pt x="76" y="1401"/>
                    <a:pt x="76" y="140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2" name="Google Shape;992;p40"/>
            <p:cNvSpPr/>
            <p:nvPr/>
          </p:nvSpPr>
          <p:spPr>
            <a:xfrm rot="1352045" flipH="1">
              <a:off x="-1700823" y="1492366"/>
              <a:ext cx="165617" cy="105278"/>
            </a:xfrm>
            <a:custGeom>
              <a:avLst/>
              <a:gdLst/>
              <a:ahLst/>
              <a:cxnLst/>
              <a:rect l="l" t="t" r="r" b="b"/>
              <a:pathLst>
                <a:path w="137" h="87" extrusionOk="0">
                  <a:moveTo>
                    <a:pt x="137" y="29"/>
                  </a:moveTo>
                  <a:cubicBezTo>
                    <a:pt x="94" y="29"/>
                    <a:pt x="47" y="50"/>
                    <a:pt x="16" y="87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31" y="22"/>
                    <a:pt x="78" y="0"/>
                    <a:pt x="121" y="0"/>
                  </a:cubicBezTo>
                  <a:cubicBezTo>
                    <a:pt x="126" y="10"/>
                    <a:pt x="132" y="19"/>
                    <a:pt x="137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3" name="Google Shape;993;p40"/>
            <p:cNvSpPr/>
            <p:nvPr/>
          </p:nvSpPr>
          <p:spPr>
            <a:xfrm rot="1352045" flipH="1">
              <a:off x="-2350335" y="1334112"/>
              <a:ext cx="598279" cy="322253"/>
            </a:xfrm>
            <a:custGeom>
              <a:avLst/>
              <a:gdLst/>
              <a:ahLst/>
              <a:cxnLst/>
              <a:rect l="l" t="t" r="r" b="b"/>
              <a:pathLst>
                <a:path w="466" h="251" extrusionOk="0">
                  <a:moveTo>
                    <a:pt x="451" y="225"/>
                  </a:moveTo>
                  <a:lnTo>
                    <a:pt x="466" y="251"/>
                  </a:lnTo>
                  <a:lnTo>
                    <a:pt x="15" y="27"/>
                  </a:lnTo>
                  <a:lnTo>
                    <a:pt x="0" y="0"/>
                  </a:lnTo>
                  <a:lnTo>
                    <a:pt x="451" y="2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4" name="Google Shape;994;p40"/>
            <p:cNvSpPr/>
            <p:nvPr/>
          </p:nvSpPr>
          <p:spPr>
            <a:xfrm rot="1352045" flipH="1">
              <a:off x="-2343800" y="1345163"/>
              <a:ext cx="598279" cy="322253"/>
            </a:xfrm>
            <a:custGeom>
              <a:avLst/>
              <a:gdLst/>
              <a:ahLst/>
              <a:cxnLst/>
              <a:rect l="l" t="t" r="r" b="b"/>
              <a:pathLst>
                <a:path w="466" h="251" extrusionOk="0">
                  <a:moveTo>
                    <a:pt x="451" y="223"/>
                  </a:moveTo>
                  <a:lnTo>
                    <a:pt x="466" y="251"/>
                  </a:lnTo>
                  <a:lnTo>
                    <a:pt x="16" y="27"/>
                  </a:lnTo>
                  <a:lnTo>
                    <a:pt x="0" y="0"/>
                  </a:lnTo>
                  <a:lnTo>
                    <a:pt x="451" y="2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5" name="Google Shape;995;p40"/>
            <p:cNvSpPr/>
            <p:nvPr/>
          </p:nvSpPr>
          <p:spPr>
            <a:xfrm rot="1352045" flipH="1">
              <a:off x="-2339733" y="1360869"/>
              <a:ext cx="586724" cy="315834"/>
            </a:xfrm>
            <a:custGeom>
              <a:avLst/>
              <a:gdLst/>
              <a:ahLst/>
              <a:cxnLst/>
              <a:rect l="l" t="t" r="r" b="b"/>
              <a:pathLst>
                <a:path w="457" h="246" extrusionOk="0">
                  <a:moveTo>
                    <a:pt x="442" y="219"/>
                  </a:moveTo>
                  <a:lnTo>
                    <a:pt x="457" y="246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442" y="219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6" name="Google Shape;996;p40"/>
            <p:cNvSpPr/>
            <p:nvPr/>
          </p:nvSpPr>
          <p:spPr>
            <a:xfrm rot="1352045" flipH="1">
              <a:off x="-1733834" y="1470975"/>
              <a:ext cx="112980" cy="48787"/>
            </a:xfrm>
            <a:custGeom>
              <a:avLst/>
              <a:gdLst/>
              <a:ahLst/>
              <a:cxnLst/>
              <a:rect l="l" t="t" r="r" b="b"/>
              <a:pathLst>
                <a:path w="93" h="40" extrusionOk="0">
                  <a:moveTo>
                    <a:pt x="93" y="40"/>
                  </a:moveTo>
                  <a:cubicBezTo>
                    <a:pt x="71" y="29"/>
                    <a:pt x="43" y="29"/>
                    <a:pt x="17" y="36"/>
                  </a:cubicBezTo>
                  <a:cubicBezTo>
                    <a:pt x="11" y="27"/>
                    <a:pt x="6" y="17"/>
                    <a:pt x="0" y="7"/>
                  </a:cubicBezTo>
                  <a:cubicBezTo>
                    <a:pt x="27" y="0"/>
                    <a:pt x="54" y="1"/>
                    <a:pt x="76" y="11"/>
                  </a:cubicBezTo>
                  <a:cubicBezTo>
                    <a:pt x="81" y="20"/>
                    <a:pt x="88" y="31"/>
                    <a:pt x="93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7" name="Google Shape;997;p40"/>
            <p:cNvSpPr/>
            <p:nvPr/>
          </p:nvSpPr>
          <p:spPr>
            <a:xfrm rot="1352045" flipH="1">
              <a:off x="-1729002" y="1554111"/>
              <a:ext cx="64193" cy="70613"/>
            </a:xfrm>
            <a:custGeom>
              <a:avLst/>
              <a:gdLst/>
              <a:ahLst/>
              <a:cxnLst/>
              <a:rect l="l" t="t" r="r" b="b"/>
              <a:pathLst>
                <a:path w="50" h="55" extrusionOk="0">
                  <a:moveTo>
                    <a:pt x="50" y="3"/>
                  </a:moveTo>
                  <a:lnTo>
                    <a:pt x="6" y="55"/>
                  </a:lnTo>
                  <a:lnTo>
                    <a:pt x="0" y="51"/>
                  </a:lnTo>
                  <a:lnTo>
                    <a:pt x="43" y="0"/>
                  </a:lnTo>
                  <a:lnTo>
                    <a:pt x="50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8" name="Google Shape;998;p40"/>
            <p:cNvSpPr/>
            <p:nvPr/>
          </p:nvSpPr>
          <p:spPr>
            <a:xfrm rot="1352051" flipH="1">
              <a:off x="-2056618" y="1541476"/>
              <a:ext cx="52638" cy="51355"/>
            </a:xfrm>
            <a:custGeom>
              <a:avLst/>
              <a:gdLst/>
              <a:ahLst/>
              <a:cxnLst/>
              <a:rect l="l" t="t" r="r" b="b"/>
              <a:pathLst>
                <a:path w="41" h="40" extrusionOk="0">
                  <a:moveTo>
                    <a:pt x="26" y="13"/>
                  </a:moveTo>
                  <a:lnTo>
                    <a:pt x="41" y="40"/>
                  </a:lnTo>
                  <a:lnTo>
                    <a:pt x="16" y="27"/>
                  </a:lnTo>
                  <a:lnTo>
                    <a:pt x="0" y="0"/>
                  </a:lnTo>
                  <a:lnTo>
                    <a:pt x="26" y="13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9" name="Google Shape;999;p40"/>
            <p:cNvSpPr/>
            <p:nvPr/>
          </p:nvSpPr>
          <p:spPr>
            <a:xfrm rot="1352046" flipH="1">
              <a:off x="-2062739" y="1550297"/>
              <a:ext cx="23109" cy="37232"/>
            </a:xfrm>
            <a:custGeom>
              <a:avLst/>
              <a:gdLst/>
              <a:ahLst/>
              <a:cxnLst/>
              <a:rect l="l" t="t" r="r" b="b"/>
              <a:pathLst>
                <a:path w="19" h="31" extrusionOk="0">
                  <a:moveTo>
                    <a:pt x="2" y="2"/>
                  </a:moveTo>
                  <a:cubicBezTo>
                    <a:pt x="19" y="31"/>
                    <a:pt x="19" y="31"/>
                    <a:pt x="19" y="31"/>
                  </a:cubicBezTo>
                  <a:cubicBezTo>
                    <a:pt x="18" y="30"/>
                    <a:pt x="17" y="29"/>
                    <a:pt x="16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2" y="1"/>
                    <a:pt x="2" y="2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0" name="Google Shape;1000;p40"/>
            <p:cNvSpPr/>
            <p:nvPr/>
          </p:nvSpPr>
          <p:spPr>
            <a:xfrm rot="1352050" flipH="1">
              <a:off x="-1387021" y="2151319"/>
              <a:ext cx="26961" cy="41084"/>
            </a:xfrm>
            <a:custGeom>
              <a:avLst/>
              <a:gdLst/>
              <a:ahLst/>
              <a:cxnLst/>
              <a:rect l="l" t="t" r="r" b="b"/>
              <a:pathLst>
                <a:path w="22" h="34" extrusionOk="0">
                  <a:moveTo>
                    <a:pt x="16" y="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3" y="4"/>
                    <a:pt x="5" y="5"/>
                  </a:cubicBezTo>
                  <a:cubicBezTo>
                    <a:pt x="22" y="34"/>
                    <a:pt x="22" y="34"/>
                    <a:pt x="22" y="34"/>
                  </a:cubicBezTo>
                  <a:cubicBezTo>
                    <a:pt x="19" y="33"/>
                    <a:pt x="17" y="31"/>
                    <a:pt x="16" y="29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1" name="Google Shape;1001;p40"/>
            <p:cNvSpPr/>
            <p:nvPr/>
          </p:nvSpPr>
          <p:spPr>
            <a:xfrm rot="1352048" flipH="1">
              <a:off x="-1661177" y="1589930"/>
              <a:ext cx="34664" cy="34664"/>
            </a:xfrm>
            <a:custGeom>
              <a:avLst/>
              <a:gdLst/>
              <a:ahLst/>
              <a:cxnLst/>
              <a:rect l="l" t="t" r="r" b="b"/>
              <a:pathLst>
                <a:path w="27" h="27" extrusionOk="0">
                  <a:moveTo>
                    <a:pt x="27" y="3"/>
                  </a:moveTo>
                  <a:lnTo>
                    <a:pt x="6" y="27"/>
                  </a:lnTo>
                  <a:lnTo>
                    <a:pt x="0" y="24"/>
                  </a:lnTo>
                  <a:lnTo>
                    <a:pt x="20" y="0"/>
                  </a:lnTo>
                  <a:lnTo>
                    <a:pt x="27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2" name="Google Shape;1002;p40"/>
            <p:cNvSpPr/>
            <p:nvPr/>
          </p:nvSpPr>
          <p:spPr>
            <a:xfrm rot="1352051" flipH="1">
              <a:off x="-1683406" y="1577808"/>
              <a:ext cx="44935" cy="47503"/>
            </a:xfrm>
            <a:custGeom>
              <a:avLst/>
              <a:gdLst/>
              <a:ahLst/>
              <a:cxnLst/>
              <a:rect l="l" t="t" r="r" b="b"/>
              <a:pathLst>
                <a:path w="35" h="37" extrusionOk="0">
                  <a:moveTo>
                    <a:pt x="35" y="4"/>
                  </a:moveTo>
                  <a:lnTo>
                    <a:pt x="7" y="37"/>
                  </a:lnTo>
                  <a:lnTo>
                    <a:pt x="0" y="34"/>
                  </a:lnTo>
                  <a:lnTo>
                    <a:pt x="28" y="0"/>
                  </a:lnTo>
                  <a:lnTo>
                    <a:pt x="35" y="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3" name="Google Shape;1003;p40"/>
            <p:cNvSpPr/>
            <p:nvPr/>
          </p:nvSpPr>
          <p:spPr>
            <a:xfrm rot="1352045" flipH="1">
              <a:off x="-1707811" y="1564997"/>
              <a:ext cx="56490" cy="59058"/>
            </a:xfrm>
            <a:custGeom>
              <a:avLst/>
              <a:gdLst/>
              <a:ahLst/>
              <a:cxnLst/>
              <a:rect l="l" t="t" r="r" b="b"/>
              <a:pathLst>
                <a:path w="44" h="46" extrusionOk="0">
                  <a:moveTo>
                    <a:pt x="44" y="3"/>
                  </a:moveTo>
                  <a:lnTo>
                    <a:pt x="7" y="46"/>
                  </a:lnTo>
                  <a:lnTo>
                    <a:pt x="0" y="44"/>
                  </a:lnTo>
                  <a:lnTo>
                    <a:pt x="37" y="0"/>
                  </a:lnTo>
                  <a:lnTo>
                    <a:pt x="44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4" name="Google Shape;1004;p40"/>
            <p:cNvSpPr/>
            <p:nvPr/>
          </p:nvSpPr>
          <p:spPr>
            <a:xfrm rot="1352051" flipH="1">
              <a:off x="-1983764" y="1545654"/>
              <a:ext cx="64193" cy="69330"/>
            </a:xfrm>
            <a:custGeom>
              <a:avLst/>
              <a:gdLst/>
              <a:ahLst/>
              <a:cxnLst/>
              <a:rect l="l" t="t" r="r" b="b"/>
              <a:pathLst>
                <a:path w="53" h="57" extrusionOk="0">
                  <a:moveTo>
                    <a:pt x="37" y="8"/>
                  </a:moveTo>
                  <a:cubicBezTo>
                    <a:pt x="53" y="37"/>
                    <a:pt x="53" y="37"/>
                    <a:pt x="53" y="37"/>
                  </a:cubicBezTo>
                  <a:cubicBezTo>
                    <a:pt x="52" y="35"/>
                    <a:pt x="51" y="33"/>
                    <a:pt x="48" y="32"/>
                  </a:cubicBezTo>
                  <a:cubicBezTo>
                    <a:pt x="41" y="29"/>
                    <a:pt x="29" y="32"/>
                    <a:pt x="22" y="40"/>
                  </a:cubicBezTo>
                  <a:cubicBezTo>
                    <a:pt x="17" y="45"/>
                    <a:pt x="17" y="52"/>
                    <a:pt x="19" y="57"/>
                  </a:cubicBezTo>
                  <a:cubicBezTo>
                    <a:pt x="3" y="28"/>
                    <a:pt x="3" y="28"/>
                    <a:pt x="3" y="28"/>
                  </a:cubicBezTo>
                  <a:cubicBezTo>
                    <a:pt x="0" y="23"/>
                    <a:pt x="1" y="17"/>
                    <a:pt x="6" y="11"/>
                  </a:cubicBezTo>
                  <a:cubicBezTo>
                    <a:pt x="12" y="3"/>
                    <a:pt x="24" y="0"/>
                    <a:pt x="32" y="4"/>
                  </a:cubicBezTo>
                  <a:cubicBezTo>
                    <a:pt x="34" y="5"/>
                    <a:pt x="36" y="6"/>
                    <a:pt x="37" y="8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5" name="Google Shape;1005;p40"/>
            <p:cNvSpPr/>
            <p:nvPr/>
          </p:nvSpPr>
          <p:spPr>
            <a:xfrm rot="1352051" flipH="1">
              <a:off x="-1956716" y="1585196"/>
              <a:ext cx="25677" cy="39800"/>
            </a:xfrm>
            <a:custGeom>
              <a:avLst/>
              <a:gdLst/>
              <a:ahLst/>
              <a:cxnLst/>
              <a:rect l="l" t="t" r="r" b="b"/>
              <a:pathLst>
                <a:path w="21" h="33" extrusionOk="0">
                  <a:moveTo>
                    <a:pt x="21" y="33"/>
                  </a:moveTo>
                  <a:cubicBezTo>
                    <a:pt x="19" y="32"/>
                    <a:pt x="17" y="30"/>
                    <a:pt x="16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2" y="3"/>
                    <a:pt x="5" y="5"/>
                  </a:cubicBezTo>
                  <a:cubicBezTo>
                    <a:pt x="10" y="14"/>
                    <a:pt x="16" y="24"/>
                    <a:pt x="21" y="33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6" name="Google Shape;1006;p40"/>
            <p:cNvSpPr/>
            <p:nvPr/>
          </p:nvSpPr>
          <p:spPr>
            <a:xfrm rot="1352045" flipH="1">
              <a:off x="-1945614" y="1591264"/>
              <a:ext cx="10271" cy="17974"/>
            </a:xfrm>
            <a:custGeom>
              <a:avLst/>
              <a:gdLst/>
              <a:ahLst/>
              <a:cxnLst/>
              <a:rect l="l" t="t" r="r" b="b"/>
              <a:pathLst>
                <a:path w="8" h="14" extrusionOk="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2" y="4"/>
                    <a:pt x="4" y="6"/>
                  </a:cubicBezTo>
                  <a:cubicBezTo>
                    <a:pt x="5" y="9"/>
                    <a:pt x="6" y="11"/>
                    <a:pt x="8" y="14"/>
                  </a:cubicBezTo>
                  <a:cubicBezTo>
                    <a:pt x="5" y="9"/>
                    <a:pt x="2" y="4"/>
                    <a:pt x="0" y="0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7" name="Google Shape;1007;p40"/>
            <p:cNvSpPr/>
            <p:nvPr/>
          </p:nvSpPr>
          <p:spPr>
            <a:xfrm rot="1352047" flipH="1">
              <a:off x="-1985895" y="1547316"/>
              <a:ext cx="25677" cy="55206"/>
            </a:xfrm>
            <a:custGeom>
              <a:avLst/>
              <a:gdLst/>
              <a:ahLst/>
              <a:cxnLst/>
              <a:rect l="l" t="t" r="r" b="b"/>
              <a:pathLst>
                <a:path w="22" h="46" extrusionOk="0">
                  <a:moveTo>
                    <a:pt x="19" y="29"/>
                  </a:moveTo>
                  <a:cubicBezTo>
                    <a:pt x="22" y="34"/>
                    <a:pt x="21" y="40"/>
                    <a:pt x="16" y="46"/>
                  </a:cubicBezTo>
                  <a:cubicBezTo>
                    <a:pt x="11" y="36"/>
                    <a:pt x="5" y="27"/>
                    <a:pt x="0" y="17"/>
                  </a:cubicBezTo>
                  <a:cubicBezTo>
                    <a:pt x="5" y="11"/>
                    <a:pt x="6" y="5"/>
                    <a:pt x="3" y="0"/>
                  </a:cubicBezTo>
                  <a:cubicBezTo>
                    <a:pt x="8" y="9"/>
                    <a:pt x="14" y="20"/>
                    <a:pt x="19" y="29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8" name="Google Shape;1008;p40"/>
            <p:cNvSpPr/>
            <p:nvPr/>
          </p:nvSpPr>
          <p:spPr>
            <a:xfrm rot="1352048" flipH="1">
              <a:off x="-1983657" y="1568304"/>
              <a:ext cx="19257" cy="34664"/>
            </a:xfrm>
            <a:custGeom>
              <a:avLst/>
              <a:gdLst/>
              <a:ahLst/>
              <a:cxnLst/>
              <a:rect l="l" t="t" r="r" b="b"/>
              <a:pathLst>
                <a:path w="16" h="29" extrusionOk="0">
                  <a:moveTo>
                    <a:pt x="0" y="0"/>
                  </a:moveTo>
                  <a:cubicBezTo>
                    <a:pt x="5" y="10"/>
                    <a:pt x="11" y="19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9" name="Google Shape;1009;p40"/>
            <p:cNvSpPr/>
            <p:nvPr/>
          </p:nvSpPr>
          <p:spPr>
            <a:xfrm rot="1352051" flipH="1">
              <a:off x="-1987589" y="1573915"/>
              <a:ext cx="51354" cy="48787"/>
            </a:xfrm>
            <a:custGeom>
              <a:avLst/>
              <a:gdLst/>
              <a:ahLst/>
              <a:cxnLst/>
              <a:rect l="l" t="t" r="r" b="b"/>
              <a:pathLst>
                <a:path w="42" h="40" extrusionOk="0">
                  <a:moveTo>
                    <a:pt x="16" y="36"/>
                  </a:moveTo>
                  <a:cubicBezTo>
                    <a:pt x="16" y="35"/>
                    <a:pt x="16" y="35"/>
                    <a:pt x="16" y="35"/>
                  </a:cubicBezTo>
                  <a:cubicBezTo>
                    <a:pt x="15" y="35"/>
                    <a:pt x="15" y="34"/>
                    <a:pt x="15" y="34"/>
                  </a:cubicBezTo>
                  <a:cubicBezTo>
                    <a:pt x="14" y="32"/>
                    <a:pt x="12" y="29"/>
                    <a:pt x="11" y="27"/>
                  </a:cubicBezTo>
                  <a:cubicBezTo>
                    <a:pt x="7" y="21"/>
                    <a:pt x="4" y="14"/>
                    <a:pt x="0" y="8"/>
                  </a:cubicBezTo>
                  <a:cubicBezTo>
                    <a:pt x="7" y="11"/>
                    <a:pt x="19" y="8"/>
                    <a:pt x="26" y="0"/>
                  </a:cubicBezTo>
                  <a:cubicBezTo>
                    <a:pt x="31" y="10"/>
                    <a:pt x="37" y="1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36" y="37"/>
                    <a:pt x="24" y="40"/>
                    <a:pt x="16" y="36"/>
                  </a:cubicBezTo>
                  <a:close/>
                </a:path>
              </a:pathLst>
            </a:custGeom>
            <a:solidFill>
              <a:srgbClr val="3B414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0" name="Google Shape;1010;p40"/>
            <p:cNvSpPr/>
            <p:nvPr/>
          </p:nvSpPr>
          <p:spPr>
            <a:xfrm rot="1352047" flipH="1">
              <a:off x="-2011068" y="1560290"/>
              <a:ext cx="26961" cy="43652"/>
            </a:xfrm>
            <a:custGeom>
              <a:avLst/>
              <a:gdLst/>
              <a:ahLst/>
              <a:cxnLst/>
              <a:rect l="l" t="t" r="r" b="b"/>
              <a:pathLst>
                <a:path w="21" h="34" extrusionOk="0">
                  <a:moveTo>
                    <a:pt x="5" y="0"/>
                  </a:moveTo>
                  <a:lnTo>
                    <a:pt x="21" y="26"/>
                  </a:lnTo>
                  <a:lnTo>
                    <a:pt x="15" y="34"/>
                  </a:lnTo>
                  <a:lnTo>
                    <a:pt x="0" y="6"/>
                  </a:lnTo>
                  <a:lnTo>
                    <a:pt x="5" y="0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1" name="Google Shape;1011;p40"/>
            <p:cNvSpPr/>
            <p:nvPr/>
          </p:nvSpPr>
          <p:spPr>
            <a:xfrm rot="1352046" flipH="1">
              <a:off x="-2023431" y="1548845"/>
              <a:ext cx="37232" cy="41084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13" y="2"/>
                  </a:moveTo>
                  <a:cubicBezTo>
                    <a:pt x="30" y="31"/>
                    <a:pt x="30" y="31"/>
                    <a:pt x="30" y="31"/>
                  </a:cubicBezTo>
                  <a:cubicBezTo>
                    <a:pt x="26" y="29"/>
                    <a:pt x="20" y="31"/>
                    <a:pt x="17" y="34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3" y="2"/>
                    <a:pt x="9" y="0"/>
                    <a:pt x="13" y="2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2" name="Google Shape;1012;p40"/>
            <p:cNvSpPr/>
            <p:nvPr/>
          </p:nvSpPr>
          <p:spPr>
            <a:xfrm rot="1352051" flipH="1">
              <a:off x="-2046545" y="1574793"/>
              <a:ext cx="52638" cy="50071"/>
            </a:xfrm>
            <a:custGeom>
              <a:avLst/>
              <a:gdLst/>
              <a:ahLst/>
              <a:cxnLst/>
              <a:rect l="l" t="t" r="r" b="b"/>
              <a:pathLst>
                <a:path w="41" h="39" extrusionOk="0">
                  <a:moveTo>
                    <a:pt x="26" y="12"/>
                  </a:moveTo>
                  <a:lnTo>
                    <a:pt x="41" y="39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26" y="12"/>
                  </a:lnTo>
                  <a:close/>
                </a:path>
              </a:pathLst>
            </a:custGeom>
            <a:solidFill>
              <a:srgbClr val="1A1F2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3" name="Google Shape;1013;p40"/>
            <p:cNvSpPr/>
            <p:nvPr/>
          </p:nvSpPr>
          <p:spPr>
            <a:xfrm rot="1352046" flipH="1">
              <a:off x="-2007004" y="1569570"/>
              <a:ext cx="23109" cy="44935"/>
            </a:xfrm>
            <a:custGeom>
              <a:avLst/>
              <a:gdLst/>
              <a:ahLst/>
              <a:cxnLst/>
              <a:rect l="l" t="t" r="r" b="b"/>
              <a:pathLst>
                <a:path w="19" h="37" extrusionOk="0">
                  <a:moveTo>
                    <a:pt x="18" y="37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0" y="6"/>
                    <a:pt x="1" y="3"/>
                    <a:pt x="3" y="0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7" y="32"/>
                    <a:pt x="17" y="35"/>
                    <a:pt x="18" y="37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4" name="Google Shape;1014;p40"/>
            <p:cNvSpPr/>
            <p:nvPr/>
          </p:nvSpPr>
          <p:spPr>
            <a:xfrm rot="1352048" flipH="1">
              <a:off x="-2010600" y="1578613"/>
              <a:ext cx="21825" cy="37232"/>
            </a:xfrm>
            <a:custGeom>
              <a:avLst/>
              <a:gdLst/>
              <a:ahLst/>
              <a:cxnLst/>
              <a:rect l="l" t="t" r="r" b="b"/>
              <a:pathLst>
                <a:path w="18" h="31" extrusionOk="0">
                  <a:moveTo>
                    <a:pt x="16" y="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"/>
                    <a:pt x="1" y="2"/>
                    <a:pt x="2" y="3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7" y="31"/>
                    <a:pt x="16" y="30"/>
                    <a:pt x="16" y="29"/>
                  </a:cubicBezTo>
                  <a:close/>
                </a:path>
              </a:pathLst>
            </a:custGeom>
            <a:solidFill>
              <a:srgbClr val="1A1F2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5" name="Google Shape;1015;p40"/>
            <p:cNvSpPr/>
            <p:nvPr/>
          </p:nvSpPr>
          <p:spPr>
            <a:xfrm rot="1352046" flipH="1">
              <a:off x="-2064030" y="1576214"/>
              <a:ext cx="35948" cy="41084"/>
            </a:xfrm>
            <a:custGeom>
              <a:avLst/>
              <a:gdLst/>
              <a:ahLst/>
              <a:cxnLst/>
              <a:rect l="l" t="t" r="r" b="b"/>
              <a:pathLst>
                <a:path w="29" h="34" extrusionOk="0">
                  <a:moveTo>
                    <a:pt x="16" y="32"/>
                  </a:moveTo>
                  <a:cubicBezTo>
                    <a:pt x="15" y="31"/>
                    <a:pt x="15" y="30"/>
                    <a:pt x="14" y="29"/>
                  </a:cubicBezTo>
                  <a:cubicBezTo>
                    <a:pt x="13" y="28"/>
                    <a:pt x="13" y="26"/>
                    <a:pt x="12" y="25"/>
                  </a:cubicBezTo>
                  <a:cubicBezTo>
                    <a:pt x="11" y="23"/>
                    <a:pt x="10" y="21"/>
                    <a:pt x="9" y="20"/>
                  </a:cubicBezTo>
                  <a:cubicBezTo>
                    <a:pt x="6" y="14"/>
                    <a:pt x="3" y="9"/>
                    <a:pt x="0" y="3"/>
                  </a:cubicBezTo>
                  <a:cubicBezTo>
                    <a:pt x="3" y="5"/>
                    <a:pt x="9" y="4"/>
                    <a:pt x="12" y="0"/>
                  </a:cubicBezTo>
                  <a:cubicBezTo>
                    <a:pt x="29" y="28"/>
                    <a:pt x="29" y="28"/>
                    <a:pt x="29" y="28"/>
                  </a:cubicBezTo>
                  <a:cubicBezTo>
                    <a:pt x="26" y="32"/>
                    <a:pt x="20" y="34"/>
                    <a:pt x="16" y="32"/>
                  </a:cubicBezTo>
                  <a:close/>
                </a:path>
              </a:pathLst>
            </a:custGeom>
            <a:solidFill>
              <a:srgbClr val="1A1F2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6" name="Google Shape;1016;p40"/>
            <p:cNvSpPr/>
            <p:nvPr/>
          </p:nvSpPr>
          <p:spPr>
            <a:xfrm rot="1352047" flipH="1">
              <a:off x="-2156957" y="1480819"/>
              <a:ext cx="278597" cy="172040"/>
            </a:xfrm>
            <a:custGeom>
              <a:avLst/>
              <a:gdLst/>
              <a:ahLst/>
              <a:cxnLst/>
              <a:rect l="l" t="t" r="r" b="b"/>
              <a:pathLst>
                <a:path w="229" h="142" extrusionOk="0">
                  <a:moveTo>
                    <a:pt x="17" y="0"/>
                  </a:moveTo>
                  <a:cubicBezTo>
                    <a:pt x="229" y="105"/>
                    <a:pt x="229" y="105"/>
                    <a:pt x="229" y="105"/>
                  </a:cubicBezTo>
                  <a:cubicBezTo>
                    <a:pt x="228" y="105"/>
                    <a:pt x="203" y="98"/>
                    <a:pt x="185" y="120"/>
                  </a:cubicBezTo>
                  <a:cubicBezTo>
                    <a:pt x="166" y="142"/>
                    <a:pt x="145" y="137"/>
                    <a:pt x="129" y="129"/>
                  </a:cubicBezTo>
                  <a:cubicBezTo>
                    <a:pt x="112" y="121"/>
                    <a:pt x="81" y="105"/>
                    <a:pt x="80" y="104"/>
                  </a:cubicBezTo>
                  <a:cubicBezTo>
                    <a:pt x="78" y="104"/>
                    <a:pt x="47" y="88"/>
                    <a:pt x="31" y="80"/>
                  </a:cubicBezTo>
                  <a:cubicBezTo>
                    <a:pt x="15" y="72"/>
                    <a:pt x="0" y="60"/>
                    <a:pt x="18" y="38"/>
                  </a:cubicBezTo>
                  <a:cubicBezTo>
                    <a:pt x="37" y="15"/>
                    <a:pt x="18" y="1"/>
                    <a:pt x="17" y="0"/>
                  </a:cubicBezTo>
                  <a:close/>
                  <a:moveTo>
                    <a:pt x="124" y="86"/>
                  </a:moveTo>
                  <a:cubicBezTo>
                    <a:pt x="131" y="78"/>
                    <a:pt x="131" y="78"/>
                    <a:pt x="131" y="78"/>
                  </a:cubicBezTo>
                  <a:cubicBezTo>
                    <a:pt x="134" y="75"/>
                    <a:pt x="134" y="70"/>
                    <a:pt x="130" y="68"/>
                  </a:cubicBezTo>
                  <a:cubicBezTo>
                    <a:pt x="102" y="54"/>
                    <a:pt x="102" y="54"/>
                    <a:pt x="102" y="54"/>
                  </a:cubicBezTo>
                  <a:cubicBezTo>
                    <a:pt x="98" y="52"/>
                    <a:pt x="92" y="54"/>
                    <a:pt x="89" y="58"/>
                  </a:cubicBezTo>
                  <a:cubicBezTo>
                    <a:pt x="83" y="65"/>
                    <a:pt x="83" y="65"/>
                    <a:pt x="83" y="65"/>
                  </a:cubicBezTo>
                  <a:cubicBezTo>
                    <a:pt x="80" y="69"/>
                    <a:pt x="80" y="74"/>
                    <a:pt x="84" y="76"/>
                  </a:cubicBezTo>
                  <a:cubicBezTo>
                    <a:pt x="112" y="89"/>
                    <a:pt x="112" y="89"/>
                    <a:pt x="112" y="89"/>
                  </a:cubicBezTo>
                  <a:cubicBezTo>
                    <a:pt x="115" y="91"/>
                    <a:pt x="121" y="90"/>
                    <a:pt x="124" y="86"/>
                  </a:cubicBezTo>
                  <a:moveTo>
                    <a:pt x="41" y="65"/>
                  </a:moveTo>
                  <a:cubicBezTo>
                    <a:pt x="48" y="68"/>
                    <a:pt x="60" y="65"/>
                    <a:pt x="67" y="57"/>
                  </a:cubicBezTo>
                  <a:cubicBezTo>
                    <a:pt x="74" y="49"/>
                    <a:pt x="73" y="40"/>
                    <a:pt x="65" y="36"/>
                  </a:cubicBezTo>
                  <a:cubicBezTo>
                    <a:pt x="57" y="32"/>
                    <a:pt x="45" y="35"/>
                    <a:pt x="39" y="43"/>
                  </a:cubicBezTo>
                  <a:cubicBezTo>
                    <a:pt x="32" y="51"/>
                    <a:pt x="33" y="61"/>
                    <a:pt x="41" y="65"/>
                  </a:cubicBezTo>
                  <a:moveTo>
                    <a:pt x="144" y="111"/>
                  </a:moveTo>
                  <a:cubicBezTo>
                    <a:pt x="151" y="114"/>
                    <a:pt x="161" y="112"/>
                    <a:pt x="167" y="105"/>
                  </a:cubicBezTo>
                  <a:cubicBezTo>
                    <a:pt x="173" y="98"/>
                    <a:pt x="172" y="90"/>
                    <a:pt x="165" y="86"/>
                  </a:cubicBezTo>
                  <a:cubicBezTo>
                    <a:pt x="158" y="83"/>
                    <a:pt x="148" y="86"/>
                    <a:pt x="142" y="92"/>
                  </a:cubicBezTo>
                  <a:cubicBezTo>
                    <a:pt x="136" y="99"/>
                    <a:pt x="137" y="108"/>
                    <a:pt x="144" y="111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7" name="Google Shape;1017;p40"/>
            <p:cNvSpPr/>
            <p:nvPr/>
          </p:nvSpPr>
          <p:spPr>
            <a:xfrm rot="1352049" flipH="1">
              <a:off x="-1964074" y="1549833"/>
              <a:ext cx="50070" cy="43652"/>
            </a:xfrm>
            <a:custGeom>
              <a:avLst/>
              <a:gdLst/>
              <a:ahLst/>
              <a:cxnLst/>
              <a:rect l="l" t="t" r="r" b="b"/>
              <a:pathLst>
                <a:path w="42" h="36" extrusionOk="0">
                  <a:moveTo>
                    <a:pt x="33" y="4"/>
                  </a:moveTo>
                  <a:cubicBezTo>
                    <a:pt x="41" y="8"/>
                    <a:pt x="42" y="17"/>
                    <a:pt x="35" y="25"/>
                  </a:cubicBezTo>
                  <a:cubicBezTo>
                    <a:pt x="28" y="33"/>
                    <a:pt x="16" y="36"/>
                    <a:pt x="9" y="33"/>
                  </a:cubicBezTo>
                  <a:cubicBezTo>
                    <a:pt x="1" y="29"/>
                    <a:pt x="0" y="19"/>
                    <a:pt x="7" y="11"/>
                  </a:cubicBezTo>
                  <a:cubicBezTo>
                    <a:pt x="13" y="3"/>
                    <a:pt x="25" y="0"/>
                    <a:pt x="33" y="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8" name="Google Shape;1018;p40"/>
            <p:cNvSpPr/>
            <p:nvPr/>
          </p:nvSpPr>
          <p:spPr>
            <a:xfrm rot="1352051" flipH="1">
              <a:off x="-2042341" y="1547124"/>
              <a:ext cx="65476" cy="47503"/>
            </a:xfrm>
            <a:custGeom>
              <a:avLst/>
              <a:gdLst/>
              <a:ahLst/>
              <a:cxnLst/>
              <a:rect l="l" t="t" r="r" b="b"/>
              <a:pathLst>
                <a:path w="54" h="39" extrusionOk="0">
                  <a:moveTo>
                    <a:pt x="50" y="16"/>
                  </a:moveTo>
                  <a:cubicBezTo>
                    <a:pt x="54" y="18"/>
                    <a:pt x="54" y="23"/>
                    <a:pt x="51" y="26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1" y="38"/>
                    <a:pt x="35" y="39"/>
                    <a:pt x="32" y="37"/>
                  </a:cubicBezTo>
                  <a:cubicBezTo>
                    <a:pt x="4" y="24"/>
                    <a:pt x="4" y="24"/>
                    <a:pt x="4" y="24"/>
                  </a:cubicBezTo>
                  <a:cubicBezTo>
                    <a:pt x="0" y="22"/>
                    <a:pt x="0" y="17"/>
                    <a:pt x="3" y="13"/>
                  </a:cubicBezTo>
                  <a:cubicBezTo>
                    <a:pt x="9" y="6"/>
                    <a:pt x="9" y="6"/>
                    <a:pt x="9" y="6"/>
                  </a:cubicBezTo>
                  <a:cubicBezTo>
                    <a:pt x="12" y="2"/>
                    <a:pt x="18" y="0"/>
                    <a:pt x="22" y="2"/>
                  </a:cubicBezTo>
                  <a:lnTo>
                    <a:pt x="50" y="1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9" name="Google Shape;1019;p40"/>
            <p:cNvSpPr/>
            <p:nvPr/>
          </p:nvSpPr>
          <p:spPr>
            <a:xfrm rot="1352044" flipH="1">
              <a:off x="-2097980" y="1559716"/>
              <a:ext cx="44935" cy="38516"/>
            </a:xfrm>
            <a:custGeom>
              <a:avLst/>
              <a:gdLst/>
              <a:ahLst/>
              <a:cxnLst/>
              <a:rect l="l" t="t" r="r" b="b"/>
              <a:pathLst>
                <a:path w="37" h="31" extrusionOk="0">
                  <a:moveTo>
                    <a:pt x="29" y="3"/>
                  </a:moveTo>
                  <a:cubicBezTo>
                    <a:pt x="36" y="7"/>
                    <a:pt x="37" y="15"/>
                    <a:pt x="31" y="22"/>
                  </a:cubicBezTo>
                  <a:cubicBezTo>
                    <a:pt x="25" y="29"/>
                    <a:pt x="15" y="31"/>
                    <a:pt x="8" y="28"/>
                  </a:cubicBezTo>
                  <a:cubicBezTo>
                    <a:pt x="1" y="25"/>
                    <a:pt x="0" y="16"/>
                    <a:pt x="6" y="9"/>
                  </a:cubicBezTo>
                  <a:cubicBezTo>
                    <a:pt x="12" y="3"/>
                    <a:pt x="22" y="0"/>
                    <a:pt x="29" y="3"/>
                  </a:cubicBezTo>
                  <a:close/>
                  <a:moveTo>
                    <a:pt x="19" y="21"/>
                  </a:moveTo>
                  <a:cubicBezTo>
                    <a:pt x="22" y="23"/>
                    <a:pt x="28" y="22"/>
                    <a:pt x="31" y="18"/>
                  </a:cubicBezTo>
                  <a:cubicBezTo>
                    <a:pt x="34" y="14"/>
                    <a:pt x="33" y="10"/>
                    <a:pt x="30" y="8"/>
                  </a:cubicBezTo>
                  <a:cubicBezTo>
                    <a:pt x="26" y="6"/>
                    <a:pt x="21" y="8"/>
                    <a:pt x="18" y="12"/>
                  </a:cubicBezTo>
                  <a:cubicBezTo>
                    <a:pt x="15" y="15"/>
                    <a:pt x="15" y="20"/>
                    <a:pt x="19" y="2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0" name="Google Shape;1020;p40"/>
            <p:cNvSpPr/>
            <p:nvPr/>
          </p:nvSpPr>
          <p:spPr>
            <a:xfrm rot="1352045" flipH="1">
              <a:off x="-2378622" y="1510967"/>
              <a:ext cx="28245" cy="44935"/>
            </a:xfrm>
            <a:custGeom>
              <a:avLst/>
              <a:gdLst/>
              <a:ahLst/>
              <a:cxnLst/>
              <a:rect l="l" t="t" r="r" b="b"/>
              <a:pathLst>
                <a:path w="22" h="35" extrusionOk="0">
                  <a:moveTo>
                    <a:pt x="7" y="0"/>
                  </a:moveTo>
                  <a:lnTo>
                    <a:pt x="22" y="28"/>
                  </a:lnTo>
                  <a:lnTo>
                    <a:pt x="15" y="35"/>
                  </a:lnTo>
                  <a:lnTo>
                    <a:pt x="0" y="8"/>
                  </a:lnTo>
                  <a:lnTo>
                    <a:pt x="7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1" name="Google Shape;1021;p40"/>
            <p:cNvSpPr/>
            <p:nvPr/>
          </p:nvSpPr>
          <p:spPr>
            <a:xfrm rot="1352047" flipH="1">
              <a:off x="-2384703" y="1507965"/>
              <a:ext cx="26961" cy="39800"/>
            </a:xfrm>
            <a:custGeom>
              <a:avLst/>
              <a:gdLst/>
              <a:ahLst/>
              <a:cxnLst/>
              <a:rect l="l" t="t" r="r" b="b"/>
              <a:pathLst>
                <a:path w="21" h="31" extrusionOk="0">
                  <a:moveTo>
                    <a:pt x="5" y="4"/>
                  </a:moveTo>
                  <a:lnTo>
                    <a:pt x="21" y="31"/>
                  </a:lnTo>
                  <a:lnTo>
                    <a:pt x="15" y="28"/>
                  </a:lnTo>
                  <a:lnTo>
                    <a:pt x="0" y="0"/>
                  </a:lnTo>
                  <a:lnTo>
                    <a:pt x="5" y="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2" name="Google Shape;1022;p40"/>
            <p:cNvSpPr/>
            <p:nvPr/>
          </p:nvSpPr>
          <p:spPr>
            <a:xfrm rot="1352051" flipH="1">
              <a:off x="-2419374" y="1493876"/>
              <a:ext cx="51354" cy="59058"/>
            </a:xfrm>
            <a:custGeom>
              <a:avLst/>
              <a:gdLst/>
              <a:ahLst/>
              <a:cxnLst/>
              <a:rect l="l" t="t" r="r" b="b"/>
              <a:pathLst>
                <a:path w="42" h="49" extrusionOk="0">
                  <a:moveTo>
                    <a:pt x="42" y="49"/>
                  </a:moveTo>
                  <a:cubicBezTo>
                    <a:pt x="36" y="40"/>
                    <a:pt x="27" y="33"/>
                    <a:pt x="16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0" y="5"/>
                    <a:pt x="19" y="12"/>
                    <a:pt x="26" y="20"/>
                  </a:cubicBezTo>
                  <a:cubicBezTo>
                    <a:pt x="31" y="30"/>
                    <a:pt x="37" y="39"/>
                    <a:pt x="4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3" name="Google Shape;1023;p40"/>
            <p:cNvSpPr/>
            <p:nvPr/>
          </p:nvSpPr>
          <p:spPr>
            <a:xfrm rot="1352051" flipH="1">
              <a:off x="-2408230" y="1515340"/>
              <a:ext cx="51354" cy="62910"/>
            </a:xfrm>
            <a:custGeom>
              <a:avLst/>
              <a:gdLst/>
              <a:ahLst/>
              <a:cxnLst/>
              <a:rect l="l" t="t" r="r" b="b"/>
              <a:pathLst>
                <a:path w="42" h="52" extrusionOk="0">
                  <a:moveTo>
                    <a:pt x="25" y="24"/>
                  </a:moveTo>
                  <a:cubicBezTo>
                    <a:pt x="42" y="52"/>
                    <a:pt x="42" y="52"/>
                    <a:pt x="42" y="52"/>
                  </a:cubicBezTo>
                  <a:cubicBezTo>
                    <a:pt x="36" y="43"/>
                    <a:pt x="28" y="35"/>
                    <a:pt x="16" y="2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6"/>
                    <a:pt x="20" y="14"/>
                    <a:pt x="25" y="24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40"/>
            <p:cNvSpPr/>
            <p:nvPr/>
          </p:nvSpPr>
          <p:spPr>
            <a:xfrm rot="1352048" flipH="1">
              <a:off x="-1532176" y="1846107"/>
              <a:ext cx="245217" cy="282453"/>
            </a:xfrm>
            <a:custGeom>
              <a:avLst/>
              <a:gdLst/>
              <a:ahLst/>
              <a:cxnLst/>
              <a:rect l="l" t="t" r="r" b="b"/>
              <a:pathLst>
                <a:path w="202" h="233" extrusionOk="0">
                  <a:moveTo>
                    <a:pt x="202" y="5"/>
                  </a:moveTo>
                  <a:cubicBezTo>
                    <a:pt x="9" y="233"/>
                    <a:pt x="9" y="233"/>
                    <a:pt x="9" y="233"/>
                  </a:cubicBezTo>
                  <a:cubicBezTo>
                    <a:pt x="0" y="229"/>
                    <a:pt x="0" y="218"/>
                    <a:pt x="7" y="209"/>
                  </a:cubicBezTo>
                  <a:cubicBezTo>
                    <a:pt x="172" y="13"/>
                    <a:pt x="172" y="13"/>
                    <a:pt x="172" y="13"/>
                  </a:cubicBezTo>
                  <a:cubicBezTo>
                    <a:pt x="180" y="4"/>
                    <a:pt x="193" y="0"/>
                    <a:pt x="202" y="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5" name="Google Shape;1025;p40"/>
            <p:cNvSpPr/>
            <p:nvPr/>
          </p:nvSpPr>
          <p:spPr>
            <a:xfrm rot="1352045" flipH="1">
              <a:off x="-2336619" y="1639438"/>
              <a:ext cx="30813" cy="28245"/>
            </a:xfrm>
            <a:custGeom>
              <a:avLst/>
              <a:gdLst/>
              <a:ahLst/>
              <a:cxnLst/>
              <a:rect l="l" t="t" r="r" b="b"/>
              <a:pathLst>
                <a:path w="24" h="22" extrusionOk="0">
                  <a:moveTo>
                    <a:pt x="24" y="3"/>
                  </a:moveTo>
                  <a:lnTo>
                    <a:pt x="8" y="22"/>
                  </a:lnTo>
                  <a:lnTo>
                    <a:pt x="3" y="20"/>
                  </a:lnTo>
                  <a:lnTo>
                    <a:pt x="0" y="19"/>
                  </a:lnTo>
                  <a:lnTo>
                    <a:pt x="17" y="0"/>
                  </a:lnTo>
                  <a:lnTo>
                    <a:pt x="19" y="1"/>
                  </a:lnTo>
                  <a:lnTo>
                    <a:pt x="24" y="3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26" name="Google Shape;1026;p4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 rot="1352048" flipH="1">
              <a:off x="-2418550" y="1584158"/>
              <a:ext cx="29528" cy="577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7" name="Google Shape;1027;p40"/>
            <p:cNvSpPr/>
            <p:nvPr/>
          </p:nvSpPr>
          <p:spPr>
            <a:xfrm rot="1352045" flipH="1">
              <a:off x="-2304528" y="1616232"/>
              <a:ext cx="95006" cy="66762"/>
            </a:xfrm>
            <a:custGeom>
              <a:avLst/>
              <a:gdLst/>
              <a:ahLst/>
              <a:cxnLst/>
              <a:rect l="l" t="t" r="r" b="b"/>
              <a:pathLst>
                <a:path w="74" h="52" extrusionOk="0">
                  <a:moveTo>
                    <a:pt x="23" y="0"/>
                  </a:moveTo>
                  <a:lnTo>
                    <a:pt x="0" y="26"/>
                  </a:lnTo>
                  <a:lnTo>
                    <a:pt x="51" y="52"/>
                  </a:lnTo>
                  <a:lnTo>
                    <a:pt x="74" y="25"/>
                  </a:lnTo>
                  <a:lnTo>
                    <a:pt x="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8" name="Google Shape;1028;p40"/>
            <p:cNvSpPr/>
            <p:nvPr/>
          </p:nvSpPr>
          <p:spPr>
            <a:xfrm rot="1352050" flipH="1">
              <a:off x="-2431709" y="1508134"/>
              <a:ext cx="26961" cy="44935"/>
            </a:xfrm>
            <a:custGeom>
              <a:avLst/>
              <a:gdLst/>
              <a:ahLst/>
              <a:cxnLst/>
              <a:rect l="l" t="t" r="r" b="b"/>
              <a:pathLst>
                <a:path w="22" h="37" extrusionOk="0">
                  <a:moveTo>
                    <a:pt x="16" y="29"/>
                  </a:moveTo>
                  <a:cubicBezTo>
                    <a:pt x="16" y="28"/>
                    <a:pt x="15" y="27"/>
                    <a:pt x="15" y="27"/>
                  </a:cubicBezTo>
                  <a:cubicBezTo>
                    <a:pt x="14" y="25"/>
                    <a:pt x="13" y="23"/>
                    <a:pt x="12" y="21"/>
                  </a:cubicBezTo>
                  <a:cubicBezTo>
                    <a:pt x="10" y="18"/>
                    <a:pt x="9" y="16"/>
                    <a:pt x="7" y="13"/>
                  </a:cubicBezTo>
                  <a:cubicBezTo>
                    <a:pt x="5" y="9"/>
                    <a:pt x="2" y="4"/>
                    <a:pt x="0" y="0"/>
                  </a:cubicBezTo>
                  <a:cubicBezTo>
                    <a:pt x="2" y="3"/>
                    <a:pt x="4" y="6"/>
                    <a:pt x="5" y="9"/>
                  </a:cubicBezTo>
                  <a:cubicBezTo>
                    <a:pt x="22" y="37"/>
                    <a:pt x="22" y="37"/>
                    <a:pt x="22" y="37"/>
                  </a:cubicBezTo>
                  <a:cubicBezTo>
                    <a:pt x="20" y="34"/>
                    <a:pt x="18" y="31"/>
                    <a:pt x="16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9" name="Google Shape;1029;p40"/>
            <p:cNvSpPr/>
            <p:nvPr/>
          </p:nvSpPr>
          <p:spPr>
            <a:xfrm rot="1352050" flipH="1">
              <a:off x="-2423453" y="1504102"/>
              <a:ext cx="53922" cy="65477"/>
            </a:xfrm>
            <a:custGeom>
              <a:avLst/>
              <a:gdLst/>
              <a:ahLst/>
              <a:cxnLst/>
              <a:rect l="l" t="t" r="r" b="b"/>
              <a:pathLst>
                <a:path w="44" h="54" extrusionOk="0">
                  <a:moveTo>
                    <a:pt x="16" y="28"/>
                  </a:moveTo>
                  <a:cubicBezTo>
                    <a:pt x="16" y="28"/>
                    <a:pt x="16" y="27"/>
                    <a:pt x="15" y="26"/>
                  </a:cubicBezTo>
                  <a:cubicBezTo>
                    <a:pt x="8" y="14"/>
                    <a:pt x="2" y="3"/>
                    <a:pt x="0" y="0"/>
                  </a:cubicBezTo>
                  <a:cubicBezTo>
                    <a:pt x="12" y="6"/>
                    <a:pt x="22" y="15"/>
                    <a:pt x="28" y="25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38" y="43"/>
                    <a:pt x="29" y="34"/>
                    <a:pt x="1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0" name="Google Shape;1030;p40"/>
            <p:cNvSpPr/>
            <p:nvPr/>
          </p:nvSpPr>
          <p:spPr>
            <a:xfrm rot="1352048" flipH="1">
              <a:off x="-2434170" y="1517921"/>
              <a:ext cx="20542" cy="35949"/>
            </a:xfrm>
            <a:custGeom>
              <a:avLst/>
              <a:gdLst/>
              <a:ahLst/>
              <a:cxnLst/>
              <a:rect l="l" t="t" r="r" b="b"/>
              <a:pathLst>
                <a:path w="18" h="30" extrusionOk="0">
                  <a:moveTo>
                    <a:pt x="17" y="28"/>
                  </a:moveTo>
                  <a:cubicBezTo>
                    <a:pt x="17" y="29"/>
                    <a:pt x="18" y="30"/>
                    <a:pt x="18" y="30"/>
                  </a:cubicBezTo>
                  <a:cubicBezTo>
                    <a:pt x="13" y="21"/>
                    <a:pt x="7" y="11"/>
                    <a:pt x="2" y="2"/>
                  </a:cubicBezTo>
                  <a:cubicBezTo>
                    <a:pt x="1" y="1"/>
                    <a:pt x="1" y="0"/>
                    <a:pt x="0" y="0"/>
                  </a:cubicBezTo>
                  <a:cubicBezTo>
                    <a:pt x="5" y="8"/>
                    <a:pt x="12" y="20"/>
                    <a:pt x="17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1" name="Google Shape;1031;p40"/>
            <p:cNvSpPr/>
            <p:nvPr/>
          </p:nvSpPr>
          <p:spPr>
            <a:xfrm rot="1352048" flipH="1">
              <a:off x="-2434859" y="1520095"/>
              <a:ext cx="19257" cy="34664"/>
            </a:xfrm>
            <a:custGeom>
              <a:avLst/>
              <a:gdLst/>
              <a:ahLst/>
              <a:cxnLst/>
              <a:rect l="l" t="t" r="r" b="b"/>
              <a:pathLst>
                <a:path w="16" h="29" extrusionOk="0">
                  <a:moveTo>
                    <a:pt x="16" y="28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9"/>
                    <a:pt x="11" y="19"/>
                    <a:pt x="1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2" name="Google Shape;1032;p40"/>
            <p:cNvSpPr/>
            <p:nvPr/>
          </p:nvSpPr>
          <p:spPr>
            <a:xfrm rot="1352048" flipH="1">
              <a:off x="-2434859" y="1520095"/>
              <a:ext cx="19257" cy="34664"/>
            </a:xfrm>
            <a:custGeom>
              <a:avLst/>
              <a:gdLst/>
              <a:ahLst/>
              <a:cxnLst/>
              <a:rect l="l" t="t" r="r" b="b"/>
              <a:pathLst>
                <a:path w="16" h="29" extrusionOk="0"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0"/>
                    <a:pt x="11" y="19"/>
                    <a:pt x="16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3" name="Google Shape;1033;p40"/>
            <p:cNvSpPr/>
            <p:nvPr/>
          </p:nvSpPr>
          <p:spPr>
            <a:xfrm rot="1352048" flipH="1">
              <a:off x="-2434859" y="1520095"/>
              <a:ext cx="19257" cy="34664"/>
            </a:xfrm>
            <a:custGeom>
              <a:avLst/>
              <a:gdLst/>
              <a:ahLst/>
              <a:cxnLst/>
              <a:rect l="l" t="t" r="r" b="b"/>
              <a:pathLst>
                <a:path w="16" h="29" extrusionOk="0">
                  <a:moveTo>
                    <a:pt x="16" y="29"/>
                  </a:moveTo>
                  <a:cubicBezTo>
                    <a:pt x="11" y="20"/>
                    <a:pt x="6" y="10"/>
                    <a:pt x="0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" y="10"/>
                    <a:pt x="11" y="19"/>
                    <a:pt x="16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4" name="Google Shape;1034;p40"/>
            <p:cNvSpPr/>
            <p:nvPr/>
          </p:nvSpPr>
          <p:spPr>
            <a:xfrm rot="1352050" flipH="1">
              <a:off x="-999574" y="3435439"/>
              <a:ext cx="47502" cy="78316"/>
            </a:xfrm>
            <a:custGeom>
              <a:avLst/>
              <a:gdLst/>
              <a:ahLst/>
              <a:cxnLst/>
              <a:rect l="l" t="t" r="r" b="b"/>
              <a:pathLst>
                <a:path w="39" h="65" extrusionOk="0">
                  <a:moveTo>
                    <a:pt x="16" y="65"/>
                  </a:moveTo>
                  <a:cubicBezTo>
                    <a:pt x="11" y="55"/>
                    <a:pt x="5" y="46"/>
                    <a:pt x="0" y="36"/>
                  </a:cubicBezTo>
                  <a:cubicBezTo>
                    <a:pt x="5" y="24"/>
                    <a:pt x="12" y="12"/>
                    <a:pt x="22" y="0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29" y="40"/>
                    <a:pt x="21" y="53"/>
                    <a:pt x="16" y="6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5" name="Google Shape;1035;p40"/>
            <p:cNvSpPr/>
            <p:nvPr/>
          </p:nvSpPr>
          <p:spPr>
            <a:xfrm rot="1352051" flipH="1">
              <a:off x="-984954" y="3483282"/>
              <a:ext cx="25677" cy="55206"/>
            </a:xfrm>
            <a:custGeom>
              <a:avLst/>
              <a:gdLst/>
              <a:ahLst/>
              <a:cxnLst/>
              <a:rect l="l" t="t" r="r" b="b"/>
              <a:pathLst>
                <a:path w="21" h="46" extrusionOk="0">
                  <a:moveTo>
                    <a:pt x="17" y="46"/>
                  </a:moveTo>
                  <a:cubicBezTo>
                    <a:pt x="11" y="36"/>
                    <a:pt x="6" y="27"/>
                    <a:pt x="0" y="17"/>
                  </a:cubicBezTo>
                  <a:cubicBezTo>
                    <a:pt x="1" y="12"/>
                    <a:pt x="3" y="6"/>
                    <a:pt x="5" y="0"/>
                  </a:cubicBezTo>
                  <a:cubicBezTo>
                    <a:pt x="10" y="10"/>
                    <a:pt x="16" y="19"/>
                    <a:pt x="21" y="29"/>
                  </a:cubicBezTo>
                  <a:cubicBezTo>
                    <a:pt x="19" y="35"/>
                    <a:pt x="18" y="40"/>
                    <a:pt x="17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6" name="Google Shape;1036;p40"/>
            <p:cNvSpPr/>
            <p:nvPr/>
          </p:nvSpPr>
          <p:spPr>
            <a:xfrm rot="1352047" flipH="1">
              <a:off x="-2448389" y="1534311"/>
              <a:ext cx="53922" cy="138659"/>
            </a:xfrm>
            <a:custGeom>
              <a:avLst/>
              <a:gdLst/>
              <a:ahLst/>
              <a:cxnLst/>
              <a:rect l="l" t="t" r="r" b="b"/>
              <a:pathLst>
                <a:path w="45" h="115" extrusionOk="0">
                  <a:moveTo>
                    <a:pt x="15" y="0"/>
                  </a:moveTo>
                  <a:cubicBezTo>
                    <a:pt x="32" y="28"/>
                    <a:pt x="32" y="28"/>
                    <a:pt x="32" y="28"/>
                  </a:cubicBezTo>
                  <a:cubicBezTo>
                    <a:pt x="45" y="52"/>
                    <a:pt x="41" y="86"/>
                    <a:pt x="16" y="115"/>
                  </a:cubicBezTo>
                  <a:cubicBezTo>
                    <a:pt x="0" y="86"/>
                    <a:pt x="0" y="86"/>
                    <a:pt x="0" y="86"/>
                  </a:cubicBezTo>
                  <a:cubicBezTo>
                    <a:pt x="24" y="57"/>
                    <a:pt x="29" y="24"/>
                    <a:pt x="15" y="0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7" name="Google Shape;1037;p40"/>
            <p:cNvSpPr/>
            <p:nvPr/>
          </p:nvSpPr>
          <p:spPr>
            <a:xfrm rot="1352045" flipH="1">
              <a:off x="-2468001" y="1523227"/>
              <a:ext cx="57773" cy="148930"/>
            </a:xfrm>
            <a:custGeom>
              <a:avLst/>
              <a:gdLst/>
              <a:ahLst/>
              <a:cxnLst/>
              <a:rect l="l" t="t" r="r" b="b"/>
              <a:pathLst>
                <a:path w="48" h="123" extrusionOk="0">
                  <a:moveTo>
                    <a:pt x="17" y="0"/>
                  </a:moveTo>
                  <a:cubicBezTo>
                    <a:pt x="33" y="29"/>
                    <a:pt x="33" y="29"/>
                    <a:pt x="33" y="29"/>
                  </a:cubicBezTo>
                  <a:cubicBezTo>
                    <a:pt x="48" y="55"/>
                    <a:pt x="43" y="91"/>
                    <a:pt x="16" y="123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27" y="63"/>
                    <a:pt x="32" y="26"/>
                    <a:pt x="17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8" name="Google Shape;1038;p40"/>
            <p:cNvSpPr/>
            <p:nvPr/>
          </p:nvSpPr>
          <p:spPr>
            <a:xfrm rot="1352046" flipH="1">
              <a:off x="-2462219" y="1515928"/>
              <a:ext cx="33380" cy="103994"/>
            </a:xfrm>
            <a:custGeom>
              <a:avLst/>
              <a:gdLst/>
              <a:ahLst/>
              <a:cxnLst/>
              <a:rect l="l" t="t" r="r" b="b"/>
              <a:pathLst>
                <a:path w="27" h="86" extrusionOk="0">
                  <a:moveTo>
                    <a:pt x="16" y="28"/>
                  </a:moveTo>
                  <a:cubicBezTo>
                    <a:pt x="25" y="45"/>
                    <a:pt x="27" y="65"/>
                    <a:pt x="21" y="86"/>
                  </a:cubicBezTo>
                  <a:cubicBezTo>
                    <a:pt x="16" y="77"/>
                    <a:pt x="10" y="67"/>
                    <a:pt x="5" y="57"/>
                  </a:cubicBezTo>
                  <a:cubicBezTo>
                    <a:pt x="10" y="37"/>
                    <a:pt x="9" y="16"/>
                    <a:pt x="0" y="0"/>
                  </a:cubicBezTo>
                  <a:cubicBezTo>
                    <a:pt x="3" y="5"/>
                    <a:pt x="7" y="11"/>
                    <a:pt x="10" y="17"/>
                  </a:cubicBezTo>
                  <a:cubicBezTo>
                    <a:pt x="11" y="19"/>
                    <a:pt x="12" y="20"/>
                    <a:pt x="13" y="22"/>
                  </a:cubicBezTo>
                  <a:cubicBezTo>
                    <a:pt x="14" y="24"/>
                    <a:pt x="15" y="26"/>
                    <a:pt x="16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9" name="Google Shape;1039;p40"/>
            <p:cNvSpPr/>
            <p:nvPr/>
          </p:nvSpPr>
          <p:spPr>
            <a:xfrm rot="1352046" flipH="1">
              <a:off x="-2478114" y="1597222"/>
              <a:ext cx="46219" cy="80884"/>
            </a:xfrm>
            <a:custGeom>
              <a:avLst/>
              <a:gdLst/>
              <a:ahLst/>
              <a:cxnLst/>
              <a:rect l="l" t="t" r="r" b="b"/>
              <a:pathLst>
                <a:path w="39" h="67" extrusionOk="0">
                  <a:moveTo>
                    <a:pt x="39" y="29"/>
                  </a:moveTo>
                  <a:cubicBezTo>
                    <a:pt x="35" y="42"/>
                    <a:pt x="27" y="55"/>
                    <a:pt x="17" y="67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11" y="26"/>
                    <a:pt x="18" y="13"/>
                    <a:pt x="23" y="0"/>
                  </a:cubicBezTo>
                  <a:cubicBezTo>
                    <a:pt x="28" y="10"/>
                    <a:pt x="34" y="19"/>
                    <a:pt x="39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0" name="Google Shape;1040;p40"/>
            <p:cNvSpPr/>
            <p:nvPr/>
          </p:nvSpPr>
          <p:spPr>
            <a:xfrm rot="1352051" flipH="1">
              <a:off x="-994681" y="3502654"/>
              <a:ext cx="25677" cy="83452"/>
            </a:xfrm>
            <a:custGeom>
              <a:avLst/>
              <a:gdLst/>
              <a:ahLst/>
              <a:cxnLst/>
              <a:rect l="l" t="t" r="r" b="b"/>
              <a:pathLst>
                <a:path w="21" h="69" extrusionOk="0">
                  <a:moveTo>
                    <a:pt x="21" y="69"/>
                  </a:moveTo>
                  <a:cubicBezTo>
                    <a:pt x="16" y="60"/>
                    <a:pt x="10" y="50"/>
                    <a:pt x="5" y="40"/>
                  </a:cubicBezTo>
                  <a:cubicBezTo>
                    <a:pt x="1" y="28"/>
                    <a:pt x="0" y="14"/>
                    <a:pt x="3" y="0"/>
                  </a:cubicBezTo>
                  <a:cubicBezTo>
                    <a:pt x="9" y="10"/>
                    <a:pt x="14" y="19"/>
                    <a:pt x="20" y="29"/>
                  </a:cubicBezTo>
                  <a:cubicBezTo>
                    <a:pt x="17" y="43"/>
                    <a:pt x="17" y="57"/>
                    <a:pt x="21" y="6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1" name="Google Shape;1041;p40"/>
            <p:cNvSpPr/>
            <p:nvPr/>
          </p:nvSpPr>
          <p:spPr>
            <a:xfrm rot="1352050" flipH="1">
              <a:off x="-1014145" y="3545000"/>
              <a:ext cx="26961" cy="52639"/>
            </a:xfrm>
            <a:custGeom>
              <a:avLst/>
              <a:gdLst/>
              <a:ahLst/>
              <a:cxnLst/>
              <a:rect l="l" t="t" r="r" b="b"/>
              <a:pathLst>
                <a:path w="22" h="43" extrusionOk="0">
                  <a:moveTo>
                    <a:pt x="16" y="29"/>
                  </a:moveTo>
                  <a:cubicBezTo>
                    <a:pt x="18" y="34"/>
                    <a:pt x="20" y="39"/>
                    <a:pt x="22" y="4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3" y="10"/>
                    <a:pt x="1" y="5"/>
                    <a:pt x="0" y="0"/>
                  </a:cubicBezTo>
                  <a:cubicBezTo>
                    <a:pt x="0" y="1"/>
                    <a:pt x="0" y="1"/>
                    <a:pt x="0" y="2"/>
                  </a:cubicBezTo>
                  <a:cubicBezTo>
                    <a:pt x="5" y="9"/>
                    <a:pt x="9" y="16"/>
                    <a:pt x="13" y="23"/>
                  </a:cubicBezTo>
                  <a:cubicBezTo>
                    <a:pt x="13" y="24"/>
                    <a:pt x="14" y="25"/>
                    <a:pt x="15" y="26"/>
                  </a:cubicBezTo>
                  <a:cubicBezTo>
                    <a:pt x="15" y="27"/>
                    <a:pt x="15" y="27"/>
                    <a:pt x="15" y="27"/>
                  </a:cubicBezTo>
                  <a:cubicBezTo>
                    <a:pt x="15" y="27"/>
                    <a:pt x="15" y="28"/>
                    <a:pt x="16" y="28"/>
                  </a:cubicBezTo>
                  <a:lnTo>
                    <a:pt x="16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2" name="Google Shape;1042;p40"/>
            <p:cNvSpPr/>
            <p:nvPr/>
          </p:nvSpPr>
          <p:spPr>
            <a:xfrm rot="1352052" flipH="1">
              <a:off x="-1019358" y="3444848"/>
              <a:ext cx="51354" cy="148930"/>
            </a:xfrm>
            <a:custGeom>
              <a:avLst/>
              <a:gdLst/>
              <a:ahLst/>
              <a:cxnLst/>
              <a:rect l="l" t="t" r="r" b="b"/>
              <a:pathLst>
                <a:path w="43" h="123" extrusionOk="0">
                  <a:moveTo>
                    <a:pt x="43" y="28"/>
                  </a:moveTo>
                  <a:cubicBezTo>
                    <a:pt x="17" y="60"/>
                    <a:pt x="11" y="97"/>
                    <a:pt x="27" y="123"/>
                  </a:cubicBezTo>
                  <a:cubicBezTo>
                    <a:pt x="10" y="94"/>
                    <a:pt x="10" y="94"/>
                    <a:pt x="10" y="94"/>
                  </a:cubicBezTo>
                  <a:cubicBezTo>
                    <a:pt x="6" y="86"/>
                    <a:pt x="3" y="78"/>
                    <a:pt x="2" y="68"/>
                  </a:cubicBezTo>
                  <a:cubicBezTo>
                    <a:pt x="7" y="78"/>
                    <a:pt x="13" y="87"/>
                    <a:pt x="18" y="97"/>
                  </a:cubicBezTo>
                  <a:cubicBezTo>
                    <a:pt x="13" y="87"/>
                    <a:pt x="7" y="78"/>
                    <a:pt x="2" y="68"/>
                  </a:cubicBezTo>
                  <a:cubicBezTo>
                    <a:pt x="0" y="47"/>
                    <a:pt x="8" y="22"/>
                    <a:pt x="27" y="0"/>
                  </a:cubicBezTo>
                  <a:cubicBezTo>
                    <a:pt x="32" y="8"/>
                    <a:pt x="38" y="20"/>
                    <a:pt x="43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43" name="Google Shape;1043;p4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 rot="1352049" flipH="1">
              <a:off x="-1106599" y="3428831"/>
              <a:ext cx="51354" cy="65477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044" name="Google Shape;1044;p40"/>
            <p:cNvSpPr/>
            <p:nvPr/>
          </p:nvSpPr>
          <p:spPr>
            <a:xfrm rot="1352048" flipH="1">
              <a:off x="-1040359" y="3440679"/>
              <a:ext cx="55206" cy="138659"/>
            </a:xfrm>
            <a:custGeom>
              <a:avLst/>
              <a:gdLst/>
              <a:ahLst/>
              <a:cxnLst/>
              <a:rect l="l" t="t" r="r" b="b"/>
              <a:pathLst>
                <a:path w="46" h="115" extrusionOk="0">
                  <a:moveTo>
                    <a:pt x="31" y="115"/>
                  </a:moveTo>
                  <a:cubicBezTo>
                    <a:pt x="14" y="87"/>
                    <a:pt x="14" y="87"/>
                    <a:pt x="14" y="87"/>
                  </a:cubicBezTo>
                  <a:cubicBezTo>
                    <a:pt x="0" y="63"/>
                    <a:pt x="5" y="29"/>
                    <a:pt x="30" y="0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2" y="58"/>
                    <a:pt x="17" y="91"/>
                    <a:pt x="31" y="115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5" name="Google Shape;1045;p40"/>
            <p:cNvSpPr/>
            <p:nvPr/>
          </p:nvSpPr>
          <p:spPr>
            <a:xfrm rot="1352046" flipH="1">
              <a:off x="-1043209" y="3556934"/>
              <a:ext cx="41083" cy="57774"/>
            </a:xfrm>
            <a:custGeom>
              <a:avLst/>
              <a:gdLst/>
              <a:ahLst/>
              <a:cxnLst/>
              <a:rect l="l" t="t" r="r" b="b"/>
              <a:pathLst>
                <a:path w="34" h="48" extrusionOk="0">
                  <a:moveTo>
                    <a:pt x="34" y="48"/>
                  </a:moveTo>
                  <a:cubicBezTo>
                    <a:pt x="26" y="43"/>
                    <a:pt x="21" y="36"/>
                    <a:pt x="16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" y="7"/>
                    <a:pt x="10" y="14"/>
                    <a:pt x="17" y="20"/>
                  </a:cubicBezTo>
                  <a:cubicBezTo>
                    <a:pt x="23" y="29"/>
                    <a:pt x="28" y="39"/>
                    <a:pt x="34" y="4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6" name="Google Shape;1046;p40"/>
            <p:cNvSpPr/>
            <p:nvPr/>
          </p:nvSpPr>
          <p:spPr>
            <a:xfrm rot="1352051" flipH="1">
              <a:off x="-1077901" y="3535152"/>
              <a:ext cx="51354" cy="62910"/>
            </a:xfrm>
            <a:custGeom>
              <a:avLst/>
              <a:gdLst/>
              <a:ahLst/>
              <a:cxnLst/>
              <a:rect l="l" t="t" r="r" b="b"/>
              <a:pathLst>
                <a:path w="42" h="52" extrusionOk="0">
                  <a:moveTo>
                    <a:pt x="17" y="28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9"/>
                    <a:pt x="14" y="17"/>
                    <a:pt x="26" y="23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31" y="46"/>
                    <a:pt x="22" y="38"/>
                    <a:pt x="17" y="28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7" name="Google Shape;1047;p40"/>
            <p:cNvSpPr/>
            <p:nvPr/>
          </p:nvSpPr>
          <p:spPr>
            <a:xfrm rot="1352045" flipH="1">
              <a:off x="-1681769" y="3436700"/>
              <a:ext cx="586724" cy="315834"/>
            </a:xfrm>
            <a:custGeom>
              <a:avLst/>
              <a:gdLst/>
              <a:ahLst/>
              <a:cxnLst/>
              <a:rect l="l" t="t" r="r" b="b"/>
              <a:pathLst>
                <a:path w="457" h="246" extrusionOk="0">
                  <a:moveTo>
                    <a:pt x="442" y="220"/>
                  </a:moveTo>
                  <a:lnTo>
                    <a:pt x="457" y="246"/>
                  </a:lnTo>
                  <a:lnTo>
                    <a:pt x="15" y="27"/>
                  </a:lnTo>
                  <a:lnTo>
                    <a:pt x="0" y="0"/>
                  </a:lnTo>
                  <a:lnTo>
                    <a:pt x="442" y="220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8" name="Google Shape;1048;p40"/>
            <p:cNvSpPr/>
            <p:nvPr/>
          </p:nvSpPr>
          <p:spPr>
            <a:xfrm rot="1352045" flipH="1">
              <a:off x="-1676659" y="3449769"/>
              <a:ext cx="598279" cy="320970"/>
            </a:xfrm>
            <a:custGeom>
              <a:avLst/>
              <a:gdLst/>
              <a:ahLst/>
              <a:cxnLst/>
              <a:rect l="l" t="t" r="r" b="b"/>
              <a:pathLst>
                <a:path w="466" h="250" extrusionOk="0">
                  <a:moveTo>
                    <a:pt x="450" y="224"/>
                  </a:moveTo>
                  <a:lnTo>
                    <a:pt x="466" y="250"/>
                  </a:lnTo>
                  <a:lnTo>
                    <a:pt x="15" y="27"/>
                  </a:lnTo>
                  <a:lnTo>
                    <a:pt x="0" y="0"/>
                  </a:lnTo>
                  <a:lnTo>
                    <a:pt x="450" y="224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9" name="Google Shape;1049;p40"/>
            <p:cNvSpPr/>
            <p:nvPr/>
          </p:nvSpPr>
          <p:spPr>
            <a:xfrm rot="1352045" flipH="1">
              <a:off x="-1678426" y="3457376"/>
              <a:ext cx="598279" cy="320970"/>
            </a:xfrm>
            <a:custGeom>
              <a:avLst/>
              <a:gdLst/>
              <a:ahLst/>
              <a:cxnLst/>
              <a:rect l="l" t="t" r="r" b="b"/>
              <a:pathLst>
                <a:path w="466" h="250" extrusionOk="0">
                  <a:moveTo>
                    <a:pt x="450" y="224"/>
                  </a:moveTo>
                  <a:lnTo>
                    <a:pt x="466" y="250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450" y="2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0" name="Google Shape;1050;p40"/>
            <p:cNvSpPr/>
            <p:nvPr/>
          </p:nvSpPr>
          <p:spPr>
            <a:xfrm rot="1352050" flipH="1">
              <a:off x="-1060300" y="3548654"/>
              <a:ext cx="53922" cy="65477"/>
            </a:xfrm>
            <a:custGeom>
              <a:avLst/>
              <a:gdLst/>
              <a:ahLst/>
              <a:cxnLst/>
              <a:rect l="l" t="t" r="r" b="b"/>
              <a:pathLst>
                <a:path w="44" h="54" extrusionOk="0">
                  <a:moveTo>
                    <a:pt x="17" y="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11"/>
                    <a:pt x="15" y="20"/>
                    <a:pt x="28" y="26"/>
                  </a:cubicBezTo>
                  <a:cubicBezTo>
                    <a:pt x="44" y="54"/>
                    <a:pt x="44" y="54"/>
                    <a:pt x="44" y="54"/>
                  </a:cubicBezTo>
                  <a:cubicBezTo>
                    <a:pt x="32" y="48"/>
                    <a:pt x="23" y="39"/>
                    <a:pt x="17" y="29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1" name="Google Shape;1051;p40"/>
            <p:cNvSpPr/>
            <p:nvPr/>
          </p:nvSpPr>
          <p:spPr>
            <a:xfrm rot="1352047" flipH="1">
              <a:off x="-1064824" y="3571390"/>
              <a:ext cx="35948" cy="44935"/>
            </a:xfrm>
            <a:custGeom>
              <a:avLst/>
              <a:gdLst/>
              <a:ahLst/>
              <a:cxnLst/>
              <a:rect l="l" t="t" r="r" b="b"/>
              <a:pathLst>
                <a:path w="30" h="37" extrusionOk="0">
                  <a:moveTo>
                    <a:pt x="30" y="37"/>
                  </a:moveTo>
                  <a:cubicBezTo>
                    <a:pt x="25" y="35"/>
                    <a:pt x="21" y="32"/>
                    <a:pt x="17" y="29"/>
                  </a:cubicBezTo>
                  <a:cubicBezTo>
                    <a:pt x="11" y="19"/>
                    <a:pt x="6" y="10"/>
                    <a:pt x="0" y="0"/>
                  </a:cubicBezTo>
                  <a:cubicBezTo>
                    <a:pt x="4" y="3"/>
                    <a:pt x="9" y="6"/>
                    <a:pt x="14" y="9"/>
                  </a:cubicBezTo>
                  <a:cubicBezTo>
                    <a:pt x="18" y="17"/>
                    <a:pt x="25" y="29"/>
                    <a:pt x="30" y="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2" name="Google Shape;1052;p4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 rot="1352049" flipH="1">
              <a:off x="-1357029" y="3396163"/>
              <a:ext cx="261907" cy="16048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053" name="Google Shape;1053;p40"/>
            <p:cNvSpPr/>
            <p:nvPr/>
          </p:nvSpPr>
          <p:spPr>
            <a:xfrm rot="1352045" flipH="1">
              <a:off x="-1717130" y="3601359"/>
              <a:ext cx="30813" cy="46220"/>
            </a:xfrm>
            <a:custGeom>
              <a:avLst/>
              <a:gdLst/>
              <a:ahLst/>
              <a:cxnLst/>
              <a:rect l="l" t="t" r="r" b="b"/>
              <a:pathLst>
                <a:path w="24" h="36" extrusionOk="0">
                  <a:moveTo>
                    <a:pt x="9" y="0"/>
                  </a:moveTo>
                  <a:lnTo>
                    <a:pt x="24" y="26"/>
                  </a:lnTo>
                  <a:lnTo>
                    <a:pt x="16" y="36"/>
                  </a:lnTo>
                  <a:lnTo>
                    <a:pt x="0" y="10"/>
                  </a:lnTo>
                  <a:lnTo>
                    <a:pt x="9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4" name="Google Shape;1054;p40"/>
            <p:cNvSpPr/>
            <p:nvPr/>
          </p:nvSpPr>
          <p:spPr>
            <a:xfrm rot="1352045" flipH="1">
              <a:off x="-1717858" y="3614052"/>
              <a:ext cx="28245" cy="37232"/>
            </a:xfrm>
            <a:custGeom>
              <a:avLst/>
              <a:gdLst/>
              <a:ahLst/>
              <a:cxnLst/>
              <a:rect l="l" t="t" r="r" b="b"/>
              <a:pathLst>
                <a:path w="22" h="29" extrusionOk="0">
                  <a:moveTo>
                    <a:pt x="7" y="3"/>
                  </a:moveTo>
                  <a:lnTo>
                    <a:pt x="22" y="29"/>
                  </a:lnTo>
                  <a:lnTo>
                    <a:pt x="16" y="26"/>
                  </a:lnTo>
                  <a:lnTo>
                    <a:pt x="0" y="0"/>
                  </a:lnTo>
                  <a:lnTo>
                    <a:pt x="7" y="3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5" name="Google Shape;1055;p40"/>
            <p:cNvSpPr/>
            <p:nvPr/>
          </p:nvSpPr>
          <p:spPr>
            <a:xfrm rot="1352045" flipH="1">
              <a:off x="-2753678" y="1816889"/>
              <a:ext cx="1220951" cy="1458487"/>
            </a:xfrm>
            <a:custGeom>
              <a:avLst/>
              <a:gdLst/>
              <a:ahLst/>
              <a:cxnLst/>
              <a:rect l="l" t="t" r="r" b="b"/>
              <a:pathLst>
                <a:path w="951" h="1136" extrusionOk="0">
                  <a:moveTo>
                    <a:pt x="936" y="0"/>
                  </a:moveTo>
                  <a:lnTo>
                    <a:pt x="951" y="27"/>
                  </a:lnTo>
                  <a:lnTo>
                    <a:pt x="16" y="1136"/>
                  </a:lnTo>
                  <a:lnTo>
                    <a:pt x="0" y="1109"/>
                  </a:lnTo>
                  <a:lnTo>
                    <a:pt x="936" y="0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6" name="Google Shape;1056;p40"/>
            <p:cNvSpPr/>
            <p:nvPr/>
          </p:nvSpPr>
          <p:spPr>
            <a:xfrm rot="1352045" flipH="1">
              <a:off x="-1871034" y="3411918"/>
              <a:ext cx="35948" cy="42368"/>
            </a:xfrm>
            <a:custGeom>
              <a:avLst/>
              <a:gdLst/>
              <a:ahLst/>
              <a:cxnLst/>
              <a:rect l="l" t="t" r="r" b="b"/>
              <a:pathLst>
                <a:path w="28" h="33" extrusionOk="0">
                  <a:moveTo>
                    <a:pt x="12" y="6"/>
                  </a:moveTo>
                  <a:lnTo>
                    <a:pt x="28" y="33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12" y="6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7" name="Google Shape;1057;p40"/>
            <p:cNvSpPr/>
            <p:nvPr/>
          </p:nvSpPr>
          <p:spPr>
            <a:xfrm rot="1352045" flipH="1">
              <a:off x="-1871034" y="3411918"/>
              <a:ext cx="35948" cy="42368"/>
            </a:xfrm>
            <a:custGeom>
              <a:avLst/>
              <a:gdLst/>
              <a:ahLst/>
              <a:cxnLst/>
              <a:rect l="l" t="t" r="r" b="b"/>
              <a:pathLst>
                <a:path w="28" h="33" extrusionOk="0">
                  <a:moveTo>
                    <a:pt x="12" y="6"/>
                  </a:moveTo>
                  <a:lnTo>
                    <a:pt x="28" y="33"/>
                  </a:lnTo>
                  <a:lnTo>
                    <a:pt x="15" y="26"/>
                  </a:lnTo>
                  <a:lnTo>
                    <a:pt x="0" y="0"/>
                  </a:lnTo>
                  <a:lnTo>
                    <a:pt x="12" y="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8" name="Google Shape;1058;p40"/>
            <p:cNvSpPr/>
            <p:nvPr/>
          </p:nvSpPr>
          <p:spPr>
            <a:xfrm rot="1352045" flipH="1">
              <a:off x="-2712219" y="1533899"/>
              <a:ext cx="1984847" cy="1862909"/>
            </a:xfrm>
            <a:custGeom>
              <a:avLst/>
              <a:gdLst/>
              <a:ahLst/>
              <a:cxnLst/>
              <a:rect l="l" t="t" r="r" b="b"/>
              <a:pathLst>
                <a:path w="1638" h="1537" extrusionOk="0">
                  <a:moveTo>
                    <a:pt x="1594" y="252"/>
                  </a:moveTo>
                  <a:cubicBezTo>
                    <a:pt x="1634" y="272"/>
                    <a:pt x="1638" y="322"/>
                    <a:pt x="1604" y="362"/>
                  </a:cubicBezTo>
                  <a:cubicBezTo>
                    <a:pt x="613" y="1537"/>
                    <a:pt x="613" y="1537"/>
                    <a:pt x="613" y="1537"/>
                  </a:cubicBezTo>
                  <a:cubicBezTo>
                    <a:pt x="600" y="1531"/>
                    <a:pt x="600" y="1531"/>
                    <a:pt x="600" y="1531"/>
                  </a:cubicBezTo>
                  <a:cubicBezTo>
                    <a:pt x="1586" y="361"/>
                    <a:pt x="1586" y="361"/>
                    <a:pt x="1586" y="361"/>
                  </a:cubicBezTo>
                  <a:cubicBezTo>
                    <a:pt x="1612" y="330"/>
                    <a:pt x="1608" y="293"/>
                    <a:pt x="1579" y="279"/>
                  </a:cubicBezTo>
                  <a:cubicBezTo>
                    <a:pt x="1445" y="212"/>
                    <a:pt x="1445" y="212"/>
                    <a:pt x="1445" y="212"/>
                  </a:cubicBezTo>
                  <a:cubicBezTo>
                    <a:pt x="1233" y="107"/>
                    <a:pt x="1233" y="107"/>
                    <a:pt x="1233" y="107"/>
                  </a:cubicBezTo>
                  <a:cubicBezTo>
                    <a:pt x="1099" y="41"/>
                    <a:pt x="1099" y="41"/>
                    <a:pt x="1099" y="41"/>
                  </a:cubicBezTo>
                  <a:cubicBezTo>
                    <a:pt x="1070" y="26"/>
                    <a:pt x="1024" y="39"/>
                    <a:pt x="999" y="69"/>
                  </a:cubicBezTo>
                  <a:cubicBezTo>
                    <a:pt x="683" y="444"/>
                    <a:pt x="683" y="444"/>
                    <a:pt x="683" y="444"/>
                  </a:cubicBezTo>
                  <a:cubicBezTo>
                    <a:pt x="296" y="903"/>
                    <a:pt x="296" y="903"/>
                    <a:pt x="296" y="903"/>
                  </a:cubicBezTo>
                  <a:cubicBezTo>
                    <a:pt x="37" y="1210"/>
                    <a:pt x="37" y="1210"/>
                    <a:pt x="37" y="1210"/>
                  </a:cubicBezTo>
                  <a:cubicBezTo>
                    <a:pt x="12" y="1239"/>
                    <a:pt x="12" y="1239"/>
                    <a:pt x="12" y="1239"/>
                  </a:cubicBezTo>
                  <a:cubicBezTo>
                    <a:pt x="0" y="1233"/>
                    <a:pt x="0" y="1233"/>
                    <a:pt x="0" y="1233"/>
                  </a:cubicBezTo>
                  <a:cubicBezTo>
                    <a:pt x="990" y="58"/>
                    <a:pt x="990" y="58"/>
                    <a:pt x="990" y="58"/>
                  </a:cubicBezTo>
                  <a:cubicBezTo>
                    <a:pt x="1025" y="17"/>
                    <a:pt x="1085" y="0"/>
                    <a:pt x="1125" y="20"/>
                  </a:cubicBezTo>
                  <a:cubicBezTo>
                    <a:pt x="1594" y="252"/>
                    <a:pt x="1594" y="252"/>
                    <a:pt x="1594" y="252"/>
                  </a:cubicBezTo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059" name="Google Shape;1059;p40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 rot="1352047" flipH="1">
              <a:off x="-1872158" y="3430596"/>
              <a:ext cx="152779" cy="87304"/>
            </a:xfrm>
            <a:prstGeom prst="rect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060" name="Google Shape;1060;p40"/>
            <p:cNvSpPr/>
            <p:nvPr/>
          </p:nvSpPr>
          <p:spPr>
            <a:xfrm rot="1352045" flipH="1">
              <a:off x="-1885691" y="3423863"/>
              <a:ext cx="71896" cy="96290"/>
            </a:xfrm>
            <a:custGeom>
              <a:avLst/>
              <a:gdLst/>
              <a:ahLst/>
              <a:cxnLst/>
              <a:rect l="l" t="t" r="r" b="b"/>
              <a:pathLst>
                <a:path w="56" h="75" extrusionOk="0">
                  <a:moveTo>
                    <a:pt x="40" y="0"/>
                  </a:moveTo>
                  <a:lnTo>
                    <a:pt x="56" y="27"/>
                  </a:lnTo>
                  <a:lnTo>
                    <a:pt x="16" y="75"/>
                  </a:lnTo>
                  <a:lnTo>
                    <a:pt x="0" y="49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1" name="Google Shape;1061;p40"/>
            <p:cNvSpPr/>
            <p:nvPr/>
          </p:nvSpPr>
          <p:spPr>
            <a:xfrm rot="1352048" flipH="1">
              <a:off x="-1868107" y="3522759"/>
              <a:ext cx="183591" cy="103994"/>
            </a:xfrm>
            <a:custGeom>
              <a:avLst/>
              <a:gdLst/>
              <a:ahLst/>
              <a:cxnLst/>
              <a:rect l="l" t="t" r="r" b="b"/>
              <a:pathLst>
                <a:path w="151" h="86" extrusionOk="0">
                  <a:moveTo>
                    <a:pt x="134" y="0"/>
                  </a:moveTo>
                  <a:cubicBezTo>
                    <a:pt x="151" y="28"/>
                    <a:pt x="151" y="28"/>
                    <a:pt x="151" y="28"/>
                  </a:cubicBezTo>
                  <a:cubicBezTo>
                    <a:pt x="116" y="69"/>
                    <a:pt x="56" y="86"/>
                    <a:pt x="16" y="66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39" y="58"/>
                    <a:pt x="100" y="40"/>
                    <a:pt x="134" y="0"/>
                  </a:cubicBezTo>
                  <a:close/>
                </a:path>
              </a:pathLst>
            </a:custGeom>
            <a:solidFill>
              <a:srgbClr val="3134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2" name="Google Shape;1062;p40"/>
            <p:cNvSpPr/>
            <p:nvPr/>
          </p:nvSpPr>
          <p:spPr>
            <a:xfrm rot="1352047" flipH="1">
              <a:off x="-1883988" y="3531662"/>
              <a:ext cx="196430" cy="111697"/>
            </a:xfrm>
            <a:custGeom>
              <a:avLst/>
              <a:gdLst/>
              <a:ahLst/>
              <a:cxnLst/>
              <a:rect l="l" t="t" r="r" b="b"/>
              <a:pathLst>
                <a:path w="163" h="92" extrusionOk="0">
                  <a:moveTo>
                    <a:pt x="147" y="0"/>
                  </a:moveTo>
                  <a:cubicBezTo>
                    <a:pt x="163" y="29"/>
                    <a:pt x="163" y="29"/>
                    <a:pt x="163" y="29"/>
                  </a:cubicBezTo>
                  <a:cubicBezTo>
                    <a:pt x="126" y="73"/>
                    <a:pt x="60" y="92"/>
                    <a:pt x="16" y="70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43" y="63"/>
                    <a:pt x="109" y="45"/>
                    <a:pt x="147" y="0"/>
                  </a:cubicBez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3" name="Google Shape;1063;p40"/>
            <p:cNvSpPr/>
            <p:nvPr/>
          </p:nvSpPr>
          <p:spPr>
            <a:xfrm rot="1352048" flipH="1">
              <a:off x="-1731722" y="3619249"/>
              <a:ext cx="39799" cy="42368"/>
            </a:xfrm>
            <a:custGeom>
              <a:avLst/>
              <a:gdLst/>
              <a:ahLst/>
              <a:cxnLst/>
              <a:rect l="l" t="t" r="r" b="b"/>
              <a:pathLst>
                <a:path w="33" h="35" extrusionOk="0">
                  <a:moveTo>
                    <a:pt x="33" y="35"/>
                  </a:moveTo>
                  <a:cubicBezTo>
                    <a:pt x="28" y="33"/>
                    <a:pt x="22" y="31"/>
                    <a:pt x="17" y="28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2"/>
                    <a:pt x="11" y="4"/>
                    <a:pt x="17" y="6"/>
                  </a:cubicBezTo>
                  <a:cubicBezTo>
                    <a:pt x="22" y="16"/>
                    <a:pt x="28" y="25"/>
                    <a:pt x="33" y="3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4" name="Google Shape;1064;p40"/>
            <p:cNvSpPr/>
            <p:nvPr/>
          </p:nvSpPr>
          <p:spPr>
            <a:xfrm rot="1352046" flipH="1">
              <a:off x="-1733403" y="3621242"/>
              <a:ext cx="20542" cy="35949"/>
            </a:xfrm>
            <a:custGeom>
              <a:avLst/>
              <a:gdLst/>
              <a:ahLst/>
              <a:cxnLst/>
              <a:rect l="l" t="t" r="r" b="b"/>
              <a:pathLst>
                <a:path w="17" h="29" extrusionOk="0">
                  <a:moveTo>
                    <a:pt x="16" y="29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6" y="10"/>
                    <a:pt x="12" y="19"/>
                    <a:pt x="17" y="29"/>
                  </a:cubicBezTo>
                  <a:lnTo>
                    <a:pt x="16" y="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5" name="Google Shape;1065;p40"/>
            <p:cNvSpPr/>
            <p:nvPr/>
          </p:nvSpPr>
          <p:spPr>
            <a:xfrm rot="1352048" flipH="1">
              <a:off x="-2693777" y="1544924"/>
              <a:ext cx="2060594" cy="2001561"/>
            </a:xfrm>
            <a:custGeom>
              <a:avLst/>
              <a:gdLst/>
              <a:ahLst/>
              <a:cxnLst/>
              <a:rect l="l" t="t" r="r" b="b"/>
              <a:pathLst>
                <a:path w="1701" h="1652" extrusionOk="0">
                  <a:moveTo>
                    <a:pt x="1701" y="258"/>
                  </a:moveTo>
                  <a:cubicBezTo>
                    <a:pt x="1694" y="266"/>
                    <a:pt x="1694" y="266"/>
                    <a:pt x="1694" y="266"/>
                  </a:cubicBezTo>
                  <a:cubicBezTo>
                    <a:pt x="1225" y="34"/>
                    <a:pt x="1225" y="34"/>
                    <a:pt x="1225" y="34"/>
                  </a:cubicBezTo>
                  <a:cubicBezTo>
                    <a:pt x="1185" y="14"/>
                    <a:pt x="1125" y="31"/>
                    <a:pt x="1090" y="72"/>
                  </a:cubicBezTo>
                  <a:cubicBezTo>
                    <a:pt x="100" y="1247"/>
                    <a:pt x="100" y="1247"/>
                    <a:pt x="100" y="1247"/>
                  </a:cubicBezTo>
                  <a:cubicBezTo>
                    <a:pt x="57" y="1298"/>
                    <a:pt x="57" y="1298"/>
                    <a:pt x="57" y="1298"/>
                  </a:cubicBezTo>
                  <a:cubicBezTo>
                    <a:pt x="22" y="1339"/>
                    <a:pt x="27" y="1388"/>
                    <a:pt x="67" y="1408"/>
                  </a:cubicBezTo>
                  <a:cubicBezTo>
                    <a:pt x="536" y="1641"/>
                    <a:pt x="536" y="1641"/>
                    <a:pt x="536" y="1641"/>
                  </a:cubicBezTo>
                  <a:cubicBezTo>
                    <a:pt x="526" y="1652"/>
                    <a:pt x="526" y="1652"/>
                    <a:pt x="526" y="1652"/>
                  </a:cubicBezTo>
                  <a:cubicBezTo>
                    <a:pt x="49" y="1415"/>
                    <a:pt x="49" y="1415"/>
                    <a:pt x="49" y="1415"/>
                  </a:cubicBezTo>
                  <a:cubicBezTo>
                    <a:pt x="5" y="1393"/>
                    <a:pt x="0" y="1339"/>
                    <a:pt x="38" y="1295"/>
                  </a:cubicBezTo>
                  <a:cubicBezTo>
                    <a:pt x="1076" y="63"/>
                    <a:pt x="1076" y="63"/>
                    <a:pt x="1076" y="63"/>
                  </a:cubicBezTo>
                  <a:cubicBezTo>
                    <a:pt x="1113" y="19"/>
                    <a:pt x="1180" y="0"/>
                    <a:pt x="1223" y="21"/>
                  </a:cubicBezTo>
                  <a:lnTo>
                    <a:pt x="1701" y="258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6" name="Google Shape;1066;p40"/>
            <p:cNvSpPr/>
            <p:nvPr/>
          </p:nvSpPr>
          <p:spPr>
            <a:xfrm rot="1352050" flipH="1">
              <a:off x="-1884522" y="3495476"/>
              <a:ext cx="52638" cy="64194"/>
            </a:xfrm>
            <a:custGeom>
              <a:avLst/>
              <a:gdLst/>
              <a:ahLst/>
              <a:cxnLst/>
              <a:rect l="l" t="t" r="r" b="b"/>
              <a:pathLst>
                <a:path w="43" h="53" extrusionOk="0">
                  <a:moveTo>
                    <a:pt x="43" y="29"/>
                  </a:moveTo>
                  <a:cubicBezTo>
                    <a:pt x="35" y="38"/>
                    <a:pt x="26" y="46"/>
                    <a:pt x="17" y="53"/>
                  </a:cubicBezTo>
                  <a:cubicBezTo>
                    <a:pt x="11" y="44"/>
                    <a:pt x="6" y="34"/>
                    <a:pt x="0" y="25"/>
                  </a:cubicBezTo>
                  <a:cubicBezTo>
                    <a:pt x="10" y="18"/>
                    <a:pt x="19" y="9"/>
                    <a:pt x="26" y="0"/>
                  </a:cubicBezTo>
                  <a:cubicBezTo>
                    <a:pt x="31" y="9"/>
                    <a:pt x="38" y="20"/>
                    <a:pt x="43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7" name="Google Shape;1067;p40"/>
            <p:cNvSpPr/>
            <p:nvPr/>
          </p:nvSpPr>
          <p:spPr>
            <a:xfrm rot="1352048" flipH="1">
              <a:off x="-1787436" y="3610222"/>
              <a:ext cx="74464" cy="41084"/>
            </a:xfrm>
            <a:custGeom>
              <a:avLst/>
              <a:gdLst/>
              <a:ahLst/>
              <a:cxnLst/>
              <a:rect l="l" t="t" r="r" b="b"/>
              <a:pathLst>
                <a:path w="61" h="34" extrusionOk="0">
                  <a:moveTo>
                    <a:pt x="61" y="32"/>
                  </a:moveTo>
                  <a:cubicBezTo>
                    <a:pt x="46" y="34"/>
                    <a:pt x="30" y="33"/>
                    <a:pt x="16" y="29"/>
                  </a:cubicBezTo>
                  <a:cubicBezTo>
                    <a:pt x="11" y="19"/>
                    <a:pt x="5" y="10"/>
                    <a:pt x="0" y="0"/>
                  </a:cubicBezTo>
                  <a:cubicBezTo>
                    <a:pt x="14" y="4"/>
                    <a:pt x="29" y="5"/>
                    <a:pt x="45" y="3"/>
                  </a:cubicBezTo>
                  <a:cubicBezTo>
                    <a:pt x="50" y="13"/>
                    <a:pt x="56" y="22"/>
                    <a:pt x="61" y="3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8" name="Google Shape;1068;p40"/>
            <p:cNvSpPr/>
            <p:nvPr/>
          </p:nvSpPr>
          <p:spPr>
            <a:xfrm rot="1352048" flipH="1">
              <a:off x="-1792787" y="3600981"/>
              <a:ext cx="28245" cy="35949"/>
            </a:xfrm>
            <a:custGeom>
              <a:avLst/>
              <a:gdLst/>
              <a:ahLst/>
              <a:cxnLst/>
              <a:rect l="l" t="t" r="r" b="b"/>
              <a:pathLst>
                <a:path w="23" h="30" extrusionOk="0">
                  <a:moveTo>
                    <a:pt x="23" y="29"/>
                  </a:moveTo>
                  <a:cubicBezTo>
                    <a:pt x="21" y="29"/>
                    <a:pt x="19" y="30"/>
                    <a:pt x="16" y="30"/>
                  </a:cubicBezTo>
                  <a:cubicBezTo>
                    <a:pt x="11" y="20"/>
                    <a:pt x="5" y="11"/>
                    <a:pt x="0" y="1"/>
                  </a:cubicBezTo>
                  <a:cubicBezTo>
                    <a:pt x="2" y="1"/>
                    <a:pt x="4" y="1"/>
                    <a:pt x="6" y="0"/>
                  </a:cubicBezTo>
                  <a:cubicBezTo>
                    <a:pt x="12" y="10"/>
                    <a:pt x="17" y="19"/>
                    <a:pt x="23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9" name="Google Shape;1069;p40"/>
            <p:cNvSpPr/>
            <p:nvPr/>
          </p:nvSpPr>
          <p:spPr>
            <a:xfrm rot="1352046" flipH="1">
              <a:off x="-1859555" y="3531263"/>
              <a:ext cx="20542" cy="33381"/>
            </a:xfrm>
            <a:custGeom>
              <a:avLst/>
              <a:gdLst/>
              <a:ahLst/>
              <a:cxnLst/>
              <a:rect l="l" t="t" r="r" b="b"/>
              <a:pathLst>
                <a:path w="17" h="28" extrusionOk="0">
                  <a:moveTo>
                    <a:pt x="17" y="28"/>
                  </a:moveTo>
                  <a:cubicBezTo>
                    <a:pt x="11" y="19"/>
                    <a:pt x="6" y="9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9"/>
                    <a:pt x="11" y="19"/>
                    <a:pt x="17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0" name="Google Shape;1070;p40"/>
            <p:cNvSpPr/>
            <p:nvPr/>
          </p:nvSpPr>
          <p:spPr>
            <a:xfrm rot="1352048" flipH="1">
              <a:off x="-1835722" y="3578054"/>
              <a:ext cx="68044" cy="48787"/>
            </a:xfrm>
            <a:custGeom>
              <a:avLst/>
              <a:gdLst/>
              <a:ahLst/>
              <a:cxnLst/>
              <a:rect l="l" t="t" r="r" b="b"/>
              <a:pathLst>
                <a:path w="56" h="40" extrusionOk="0">
                  <a:moveTo>
                    <a:pt x="17" y="40"/>
                  </a:moveTo>
                  <a:cubicBezTo>
                    <a:pt x="16" y="38"/>
                    <a:pt x="14" y="35"/>
                    <a:pt x="13" y="33"/>
                  </a:cubicBezTo>
                  <a:cubicBezTo>
                    <a:pt x="11" y="29"/>
                    <a:pt x="8" y="25"/>
                    <a:pt x="6" y="21"/>
                  </a:cubicBezTo>
                  <a:cubicBezTo>
                    <a:pt x="6" y="21"/>
                    <a:pt x="6" y="20"/>
                    <a:pt x="5" y="20"/>
                  </a:cubicBezTo>
                  <a:cubicBezTo>
                    <a:pt x="5" y="19"/>
                    <a:pt x="4" y="18"/>
                    <a:pt x="4" y="17"/>
                  </a:cubicBezTo>
                  <a:cubicBezTo>
                    <a:pt x="3" y="16"/>
                    <a:pt x="3" y="16"/>
                    <a:pt x="3" y="15"/>
                  </a:cubicBezTo>
                  <a:cubicBezTo>
                    <a:pt x="2" y="15"/>
                    <a:pt x="2" y="13"/>
                    <a:pt x="1" y="13"/>
                  </a:cubicBezTo>
                  <a:cubicBezTo>
                    <a:pt x="1" y="12"/>
                    <a:pt x="0" y="12"/>
                    <a:pt x="0" y="11"/>
                  </a:cubicBezTo>
                  <a:cubicBezTo>
                    <a:pt x="13" y="9"/>
                    <a:pt x="27" y="5"/>
                    <a:pt x="39" y="0"/>
                  </a:cubicBezTo>
                  <a:cubicBezTo>
                    <a:pt x="45" y="9"/>
                    <a:pt x="50" y="19"/>
                    <a:pt x="56" y="28"/>
                  </a:cubicBezTo>
                  <a:cubicBezTo>
                    <a:pt x="43" y="34"/>
                    <a:pt x="30" y="38"/>
                    <a:pt x="17" y="4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1" name="Google Shape;1071;p40"/>
            <p:cNvSpPr/>
            <p:nvPr/>
          </p:nvSpPr>
          <p:spPr>
            <a:xfrm rot="1352046" flipH="1">
              <a:off x="-1833181" y="3567812"/>
              <a:ext cx="23109" cy="34664"/>
            </a:xfrm>
            <a:custGeom>
              <a:avLst/>
              <a:gdLst/>
              <a:ahLst/>
              <a:cxnLst/>
              <a:rect l="l" t="t" r="r" b="b"/>
              <a:pathLst>
                <a:path w="19" h="29" extrusionOk="0">
                  <a:moveTo>
                    <a:pt x="17" y="29"/>
                  </a:moveTo>
                  <a:cubicBezTo>
                    <a:pt x="11" y="20"/>
                    <a:pt x="6" y="10"/>
                    <a:pt x="0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8" y="9"/>
                    <a:pt x="13" y="19"/>
                    <a:pt x="19" y="28"/>
                  </a:cubicBezTo>
                  <a:cubicBezTo>
                    <a:pt x="18" y="29"/>
                    <a:pt x="17" y="29"/>
                    <a:pt x="17" y="2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2" name="Google Shape;1072;p40"/>
            <p:cNvSpPr/>
            <p:nvPr/>
          </p:nvSpPr>
          <p:spPr>
            <a:xfrm rot="1352047" flipH="1">
              <a:off x="-1865454" y="3537761"/>
              <a:ext cx="59058" cy="56491"/>
            </a:xfrm>
            <a:custGeom>
              <a:avLst/>
              <a:gdLst/>
              <a:ahLst/>
              <a:cxnLst/>
              <a:rect l="l" t="t" r="r" b="b"/>
              <a:pathLst>
                <a:path w="49" h="47" extrusionOk="0">
                  <a:moveTo>
                    <a:pt x="49" y="28"/>
                  </a:moveTo>
                  <a:cubicBezTo>
                    <a:pt x="39" y="36"/>
                    <a:pt x="28" y="42"/>
                    <a:pt x="17" y="47"/>
                  </a:cubicBezTo>
                  <a:cubicBezTo>
                    <a:pt x="11" y="38"/>
                    <a:pt x="6" y="28"/>
                    <a:pt x="0" y="19"/>
                  </a:cubicBezTo>
                  <a:cubicBezTo>
                    <a:pt x="12" y="14"/>
                    <a:pt x="22" y="7"/>
                    <a:pt x="32" y="0"/>
                  </a:cubicBezTo>
                  <a:cubicBezTo>
                    <a:pt x="38" y="9"/>
                    <a:pt x="43" y="19"/>
                    <a:pt x="49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3" name="Google Shape;1073;p40"/>
            <p:cNvSpPr/>
            <p:nvPr/>
          </p:nvSpPr>
          <p:spPr>
            <a:xfrm rot="1352045" flipH="1">
              <a:off x="-2786996" y="1824600"/>
              <a:ext cx="1277441" cy="1527817"/>
            </a:xfrm>
            <a:custGeom>
              <a:avLst/>
              <a:gdLst/>
              <a:ahLst/>
              <a:cxnLst/>
              <a:rect l="l" t="t" r="r" b="b"/>
              <a:pathLst>
                <a:path w="995" h="1190" extrusionOk="0">
                  <a:moveTo>
                    <a:pt x="980" y="0"/>
                  </a:moveTo>
                  <a:lnTo>
                    <a:pt x="995" y="27"/>
                  </a:lnTo>
                  <a:lnTo>
                    <a:pt x="15" y="1190"/>
                  </a:lnTo>
                  <a:lnTo>
                    <a:pt x="0" y="1162"/>
                  </a:lnTo>
                  <a:lnTo>
                    <a:pt x="98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4" name="Google Shape;1074;p40"/>
            <p:cNvSpPr/>
            <p:nvPr/>
          </p:nvSpPr>
          <p:spPr>
            <a:xfrm rot="1352066" flipH="1">
              <a:off x="-1828968" y="3223085"/>
              <a:ext cx="829049" cy="495913"/>
            </a:xfrm>
            <a:custGeom>
              <a:avLst/>
              <a:gdLst/>
              <a:ahLst/>
              <a:cxnLst/>
              <a:rect l="l" t="t" r="r" b="b"/>
              <a:pathLst>
                <a:path w="691" h="414" extrusionOk="0">
                  <a:moveTo>
                    <a:pt x="691" y="304"/>
                  </a:moveTo>
                  <a:cubicBezTo>
                    <a:pt x="648" y="356"/>
                    <a:pt x="648" y="356"/>
                    <a:pt x="648" y="356"/>
                  </a:cubicBezTo>
                  <a:cubicBezTo>
                    <a:pt x="614" y="396"/>
                    <a:pt x="553" y="414"/>
                    <a:pt x="514" y="394"/>
                  </a:cubicBezTo>
                  <a:cubicBezTo>
                    <a:pt x="45" y="161"/>
                    <a:pt x="45" y="161"/>
                    <a:pt x="45" y="161"/>
                  </a:cubicBezTo>
                  <a:cubicBezTo>
                    <a:pt x="5" y="141"/>
                    <a:pt x="0" y="92"/>
                    <a:pt x="35" y="51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90" y="6"/>
                    <a:pt x="90" y="6"/>
                    <a:pt x="90" y="6"/>
                  </a:cubicBezTo>
                  <a:cubicBezTo>
                    <a:pt x="65" y="37"/>
                    <a:pt x="68" y="74"/>
                    <a:pt x="98" y="88"/>
                  </a:cubicBezTo>
                  <a:cubicBezTo>
                    <a:pt x="290" y="184"/>
                    <a:pt x="290" y="184"/>
                    <a:pt x="290" y="184"/>
                  </a:cubicBezTo>
                  <a:cubicBezTo>
                    <a:pt x="577" y="326"/>
                    <a:pt x="577" y="326"/>
                    <a:pt x="577" y="326"/>
                  </a:cubicBezTo>
                  <a:cubicBezTo>
                    <a:pt x="607" y="341"/>
                    <a:pt x="652" y="328"/>
                    <a:pt x="678" y="298"/>
                  </a:cubicBezTo>
                  <a:lnTo>
                    <a:pt x="691" y="304"/>
                  </a:ln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5" name="Google Shape;1075;p40"/>
            <p:cNvSpPr/>
            <p:nvPr/>
          </p:nvSpPr>
          <p:spPr>
            <a:xfrm rot="1352045" flipH="1">
              <a:off x="-2782117" y="1512933"/>
              <a:ext cx="2164582" cy="2063192"/>
            </a:xfrm>
            <a:custGeom>
              <a:avLst/>
              <a:gdLst/>
              <a:ahLst/>
              <a:cxnLst/>
              <a:rect l="l" t="t" r="r" b="b"/>
              <a:pathLst>
                <a:path w="1786" h="1703" extrusionOk="0">
                  <a:moveTo>
                    <a:pt x="1728" y="263"/>
                  </a:moveTo>
                  <a:cubicBezTo>
                    <a:pt x="1250" y="26"/>
                    <a:pt x="1250" y="26"/>
                    <a:pt x="1250" y="26"/>
                  </a:cubicBezTo>
                  <a:cubicBezTo>
                    <a:pt x="1198" y="0"/>
                    <a:pt x="1119" y="22"/>
                    <a:pt x="1074" y="76"/>
                  </a:cubicBezTo>
                  <a:cubicBezTo>
                    <a:pt x="949" y="224"/>
                    <a:pt x="949" y="224"/>
                    <a:pt x="949" y="224"/>
                  </a:cubicBezTo>
                  <a:cubicBezTo>
                    <a:pt x="756" y="452"/>
                    <a:pt x="756" y="452"/>
                    <a:pt x="756" y="452"/>
                  </a:cubicBezTo>
                  <a:cubicBezTo>
                    <a:pt x="45" y="1297"/>
                    <a:pt x="45" y="1297"/>
                    <a:pt x="45" y="1297"/>
                  </a:cubicBezTo>
                  <a:cubicBezTo>
                    <a:pt x="0" y="1350"/>
                    <a:pt x="5" y="1414"/>
                    <a:pt x="58" y="1440"/>
                  </a:cubicBezTo>
                  <a:cubicBezTo>
                    <a:pt x="536" y="1677"/>
                    <a:pt x="536" y="1677"/>
                    <a:pt x="536" y="1677"/>
                  </a:cubicBezTo>
                  <a:cubicBezTo>
                    <a:pt x="588" y="1703"/>
                    <a:pt x="667" y="1681"/>
                    <a:pt x="712" y="1628"/>
                  </a:cubicBezTo>
                  <a:cubicBezTo>
                    <a:pt x="1741" y="407"/>
                    <a:pt x="1741" y="407"/>
                    <a:pt x="1741" y="407"/>
                  </a:cubicBezTo>
                  <a:cubicBezTo>
                    <a:pt x="1786" y="353"/>
                    <a:pt x="1780" y="289"/>
                    <a:pt x="1728" y="263"/>
                  </a:cubicBezTo>
                  <a:close/>
                  <a:moveTo>
                    <a:pt x="1736" y="405"/>
                  </a:moveTo>
                  <a:cubicBezTo>
                    <a:pt x="707" y="1625"/>
                    <a:pt x="707" y="1625"/>
                    <a:pt x="707" y="1625"/>
                  </a:cubicBezTo>
                  <a:cubicBezTo>
                    <a:pt x="664" y="1676"/>
                    <a:pt x="589" y="1698"/>
                    <a:pt x="539" y="1673"/>
                  </a:cubicBezTo>
                  <a:cubicBezTo>
                    <a:pt x="62" y="1436"/>
                    <a:pt x="62" y="1436"/>
                    <a:pt x="62" y="1436"/>
                  </a:cubicBezTo>
                  <a:cubicBezTo>
                    <a:pt x="12" y="1411"/>
                    <a:pt x="6" y="1350"/>
                    <a:pt x="49" y="1299"/>
                  </a:cubicBezTo>
                  <a:cubicBezTo>
                    <a:pt x="1078" y="78"/>
                    <a:pt x="1078" y="78"/>
                    <a:pt x="1078" y="78"/>
                  </a:cubicBezTo>
                  <a:cubicBezTo>
                    <a:pt x="1121" y="27"/>
                    <a:pt x="1196" y="6"/>
                    <a:pt x="1246" y="30"/>
                  </a:cubicBezTo>
                  <a:cubicBezTo>
                    <a:pt x="1724" y="268"/>
                    <a:pt x="1724" y="268"/>
                    <a:pt x="1724" y="268"/>
                  </a:cubicBezTo>
                  <a:cubicBezTo>
                    <a:pt x="1773" y="292"/>
                    <a:pt x="1779" y="354"/>
                    <a:pt x="1736" y="40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6" name="Google Shape;1076;p40"/>
            <p:cNvSpPr/>
            <p:nvPr/>
          </p:nvSpPr>
          <p:spPr>
            <a:xfrm rot="1352045" flipH="1">
              <a:off x="-1885829" y="1773194"/>
              <a:ext cx="1251764" cy="1489300"/>
            </a:xfrm>
            <a:custGeom>
              <a:avLst/>
              <a:gdLst/>
              <a:ahLst/>
              <a:cxnLst/>
              <a:rect l="l" t="t" r="r" b="b"/>
              <a:pathLst>
                <a:path w="975" h="1160" extrusionOk="0">
                  <a:moveTo>
                    <a:pt x="975" y="8"/>
                  </a:moveTo>
                  <a:lnTo>
                    <a:pt x="971" y="0"/>
                  </a:lnTo>
                  <a:lnTo>
                    <a:pt x="0" y="1153"/>
                  </a:lnTo>
                  <a:lnTo>
                    <a:pt x="4" y="1160"/>
                  </a:lnTo>
                  <a:lnTo>
                    <a:pt x="975" y="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7" name="Google Shape;1077;p40"/>
            <p:cNvSpPr/>
            <p:nvPr/>
          </p:nvSpPr>
          <p:spPr>
            <a:xfrm rot="1352047" flipH="1">
              <a:off x="-1639046" y="1601260"/>
              <a:ext cx="26961" cy="24393"/>
            </a:xfrm>
            <a:custGeom>
              <a:avLst/>
              <a:gdLst/>
              <a:ahLst/>
              <a:cxnLst/>
              <a:rect l="l" t="t" r="r" b="b"/>
              <a:pathLst>
                <a:path w="21" h="19" extrusionOk="0">
                  <a:moveTo>
                    <a:pt x="7" y="19"/>
                  </a:moveTo>
                  <a:lnTo>
                    <a:pt x="21" y="3"/>
                  </a:lnTo>
                  <a:lnTo>
                    <a:pt x="14" y="0"/>
                  </a:lnTo>
                  <a:lnTo>
                    <a:pt x="0" y="16"/>
                  </a:lnTo>
                  <a:lnTo>
                    <a:pt x="7" y="1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8" name="Google Shape;1078;p40"/>
            <p:cNvSpPr/>
            <p:nvPr/>
          </p:nvSpPr>
          <p:spPr>
            <a:xfrm rot="1352050" flipH="1">
              <a:off x="-2797886" y="1709302"/>
              <a:ext cx="1489275" cy="1719118"/>
            </a:xfrm>
            <a:custGeom>
              <a:avLst/>
              <a:gdLst/>
              <a:ahLst/>
              <a:cxnLst/>
              <a:rect l="l" t="t" r="r" b="b"/>
              <a:pathLst>
                <a:path w="1229" h="1418" extrusionOk="0">
                  <a:moveTo>
                    <a:pt x="1181" y="4"/>
                  </a:moveTo>
                  <a:cubicBezTo>
                    <a:pt x="1224" y="25"/>
                    <a:pt x="1229" y="79"/>
                    <a:pt x="1192" y="124"/>
                  </a:cubicBezTo>
                  <a:cubicBezTo>
                    <a:pt x="154" y="1355"/>
                    <a:pt x="154" y="1355"/>
                    <a:pt x="154" y="1355"/>
                  </a:cubicBezTo>
                  <a:cubicBezTo>
                    <a:pt x="116" y="1400"/>
                    <a:pt x="50" y="1418"/>
                    <a:pt x="7" y="1397"/>
                  </a:cubicBezTo>
                  <a:cubicBezTo>
                    <a:pt x="0" y="1394"/>
                    <a:pt x="0" y="1394"/>
                    <a:pt x="0" y="1394"/>
                  </a:cubicBezTo>
                  <a:cubicBezTo>
                    <a:pt x="10" y="1383"/>
                    <a:pt x="10" y="1383"/>
                    <a:pt x="10" y="1383"/>
                  </a:cubicBezTo>
                  <a:cubicBezTo>
                    <a:pt x="49" y="1403"/>
                    <a:pt x="110" y="1385"/>
                    <a:pt x="144" y="1345"/>
                  </a:cubicBezTo>
                  <a:cubicBezTo>
                    <a:pt x="187" y="1293"/>
                    <a:pt x="187" y="1293"/>
                    <a:pt x="187" y="1293"/>
                  </a:cubicBezTo>
                  <a:cubicBezTo>
                    <a:pt x="1178" y="118"/>
                    <a:pt x="1178" y="118"/>
                    <a:pt x="1178" y="118"/>
                  </a:cubicBezTo>
                  <a:cubicBezTo>
                    <a:pt x="1212" y="78"/>
                    <a:pt x="1208" y="28"/>
                    <a:pt x="1168" y="8"/>
                  </a:cubicBezTo>
                  <a:cubicBezTo>
                    <a:pt x="1175" y="0"/>
                    <a:pt x="1175" y="0"/>
                    <a:pt x="1175" y="0"/>
                  </a:cubicBezTo>
                  <a:lnTo>
                    <a:pt x="1181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9" name="Google Shape;1079;p40"/>
            <p:cNvSpPr/>
            <p:nvPr/>
          </p:nvSpPr>
          <p:spPr>
            <a:xfrm rot="1352048" flipH="1">
              <a:off x="-2773182" y="1519596"/>
              <a:ext cx="2147896" cy="2050355"/>
            </a:xfrm>
            <a:custGeom>
              <a:avLst/>
              <a:gdLst/>
              <a:ahLst/>
              <a:cxnLst/>
              <a:rect l="l" t="t" r="r" b="b"/>
              <a:pathLst>
                <a:path w="1773" h="1692" extrusionOk="0">
                  <a:moveTo>
                    <a:pt x="1718" y="262"/>
                  </a:moveTo>
                  <a:cubicBezTo>
                    <a:pt x="1240" y="24"/>
                    <a:pt x="1240" y="24"/>
                    <a:pt x="1240" y="24"/>
                  </a:cubicBezTo>
                  <a:cubicBezTo>
                    <a:pt x="1190" y="0"/>
                    <a:pt x="1115" y="21"/>
                    <a:pt x="1072" y="72"/>
                  </a:cubicBezTo>
                  <a:cubicBezTo>
                    <a:pt x="1077" y="80"/>
                    <a:pt x="1077" y="80"/>
                    <a:pt x="1077" y="80"/>
                  </a:cubicBezTo>
                  <a:cubicBezTo>
                    <a:pt x="1084" y="72"/>
                    <a:pt x="1084" y="72"/>
                    <a:pt x="1084" y="72"/>
                  </a:cubicBezTo>
                  <a:cubicBezTo>
                    <a:pt x="1121" y="28"/>
                    <a:pt x="1188" y="9"/>
                    <a:pt x="1231" y="30"/>
                  </a:cubicBezTo>
                  <a:cubicBezTo>
                    <a:pt x="1709" y="267"/>
                    <a:pt x="1709" y="267"/>
                    <a:pt x="1709" y="267"/>
                  </a:cubicBezTo>
                  <a:cubicBezTo>
                    <a:pt x="1715" y="271"/>
                    <a:pt x="1715" y="271"/>
                    <a:pt x="1715" y="271"/>
                  </a:cubicBezTo>
                  <a:cubicBezTo>
                    <a:pt x="1758" y="292"/>
                    <a:pt x="1763" y="346"/>
                    <a:pt x="1726" y="391"/>
                  </a:cubicBezTo>
                  <a:cubicBezTo>
                    <a:pt x="688" y="1622"/>
                    <a:pt x="688" y="1622"/>
                    <a:pt x="688" y="1622"/>
                  </a:cubicBezTo>
                  <a:cubicBezTo>
                    <a:pt x="650" y="1667"/>
                    <a:pt x="584" y="1685"/>
                    <a:pt x="541" y="1664"/>
                  </a:cubicBezTo>
                  <a:cubicBezTo>
                    <a:pt x="534" y="1661"/>
                    <a:pt x="534" y="1661"/>
                    <a:pt x="534" y="1661"/>
                  </a:cubicBezTo>
                  <a:cubicBezTo>
                    <a:pt x="57" y="1424"/>
                    <a:pt x="57" y="1424"/>
                    <a:pt x="57" y="1424"/>
                  </a:cubicBezTo>
                  <a:cubicBezTo>
                    <a:pt x="13" y="1402"/>
                    <a:pt x="8" y="1348"/>
                    <a:pt x="46" y="1304"/>
                  </a:cubicBezTo>
                  <a:cubicBezTo>
                    <a:pt x="48" y="1301"/>
                    <a:pt x="48" y="1301"/>
                    <a:pt x="48" y="1301"/>
                  </a:cubicBezTo>
                  <a:cubicBezTo>
                    <a:pt x="43" y="1293"/>
                    <a:pt x="43" y="1293"/>
                    <a:pt x="43" y="1293"/>
                  </a:cubicBezTo>
                  <a:cubicBezTo>
                    <a:pt x="0" y="1344"/>
                    <a:pt x="6" y="1405"/>
                    <a:pt x="55" y="1430"/>
                  </a:cubicBezTo>
                  <a:cubicBezTo>
                    <a:pt x="533" y="1667"/>
                    <a:pt x="533" y="1667"/>
                    <a:pt x="533" y="1667"/>
                  </a:cubicBezTo>
                  <a:cubicBezTo>
                    <a:pt x="583" y="1692"/>
                    <a:pt x="658" y="1670"/>
                    <a:pt x="701" y="1619"/>
                  </a:cubicBezTo>
                  <a:cubicBezTo>
                    <a:pt x="1730" y="399"/>
                    <a:pt x="1730" y="399"/>
                    <a:pt x="1730" y="399"/>
                  </a:cubicBezTo>
                  <a:cubicBezTo>
                    <a:pt x="1773" y="348"/>
                    <a:pt x="1767" y="286"/>
                    <a:pt x="1718" y="26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0" name="Google Shape;1080;p40"/>
            <p:cNvSpPr/>
            <p:nvPr/>
          </p:nvSpPr>
          <p:spPr>
            <a:xfrm rot="1352045" flipH="1">
              <a:off x="-1536664" y="1849330"/>
              <a:ext cx="236230" cy="282453"/>
            </a:xfrm>
            <a:custGeom>
              <a:avLst/>
              <a:gdLst/>
              <a:ahLst/>
              <a:cxnLst/>
              <a:rect l="l" t="t" r="r" b="b"/>
              <a:pathLst>
                <a:path w="184" h="220" extrusionOk="0">
                  <a:moveTo>
                    <a:pt x="184" y="4"/>
                  </a:moveTo>
                  <a:lnTo>
                    <a:pt x="182" y="0"/>
                  </a:lnTo>
                  <a:lnTo>
                    <a:pt x="0" y="215"/>
                  </a:lnTo>
                  <a:lnTo>
                    <a:pt x="3" y="220"/>
                  </a:lnTo>
                  <a:lnTo>
                    <a:pt x="184" y="4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1" name="Google Shape;1081;p40"/>
            <p:cNvSpPr/>
            <p:nvPr/>
          </p:nvSpPr>
          <p:spPr>
            <a:xfrm rot="1352049" flipH="1">
              <a:off x="-2330847" y="1602764"/>
              <a:ext cx="130954" cy="93723"/>
            </a:xfrm>
            <a:custGeom>
              <a:avLst/>
              <a:gdLst/>
              <a:ahLst/>
              <a:cxnLst/>
              <a:rect l="l" t="t" r="r" b="b"/>
              <a:pathLst>
                <a:path w="108" h="77" extrusionOk="0">
                  <a:moveTo>
                    <a:pt x="101" y="47"/>
                  </a:moveTo>
                  <a:cubicBezTo>
                    <a:pt x="83" y="68"/>
                    <a:pt x="83" y="68"/>
                    <a:pt x="83" y="68"/>
                  </a:cubicBezTo>
                  <a:cubicBezTo>
                    <a:pt x="86" y="69"/>
                    <a:pt x="86" y="69"/>
                    <a:pt x="86" y="69"/>
                  </a:cubicBezTo>
                  <a:cubicBezTo>
                    <a:pt x="81" y="74"/>
                    <a:pt x="73" y="77"/>
                    <a:pt x="67" y="74"/>
                  </a:cubicBezTo>
                  <a:cubicBezTo>
                    <a:pt x="6" y="44"/>
                    <a:pt x="6" y="44"/>
                    <a:pt x="6" y="44"/>
                  </a:cubicBezTo>
                  <a:cubicBezTo>
                    <a:pt x="1" y="41"/>
                    <a:pt x="0" y="34"/>
                    <a:pt x="5" y="29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7" y="3"/>
                    <a:pt x="35" y="0"/>
                    <a:pt x="41" y="3"/>
                  </a:cubicBezTo>
                  <a:cubicBezTo>
                    <a:pt x="102" y="33"/>
                    <a:pt x="102" y="33"/>
                    <a:pt x="102" y="33"/>
                  </a:cubicBezTo>
                  <a:cubicBezTo>
                    <a:pt x="107" y="36"/>
                    <a:pt x="108" y="42"/>
                    <a:pt x="103" y="48"/>
                  </a:cubicBezTo>
                  <a:lnTo>
                    <a:pt x="101" y="47"/>
                  </a:lnTo>
                  <a:close/>
                  <a:moveTo>
                    <a:pt x="81" y="67"/>
                  </a:moveTo>
                  <a:cubicBezTo>
                    <a:pt x="99" y="46"/>
                    <a:pt x="99" y="46"/>
                    <a:pt x="99" y="46"/>
                  </a:cubicBezTo>
                  <a:cubicBezTo>
                    <a:pt x="101" y="43"/>
                    <a:pt x="101" y="39"/>
                    <a:pt x="98" y="37"/>
                  </a:cubicBezTo>
                  <a:cubicBezTo>
                    <a:pt x="37" y="7"/>
                    <a:pt x="37" y="7"/>
                    <a:pt x="37" y="7"/>
                  </a:cubicBezTo>
                  <a:cubicBezTo>
                    <a:pt x="34" y="6"/>
                    <a:pt x="30" y="7"/>
                    <a:pt x="27" y="10"/>
                  </a:cubicBezTo>
                  <a:cubicBezTo>
                    <a:pt x="9" y="31"/>
                    <a:pt x="9" y="31"/>
                    <a:pt x="9" y="31"/>
                  </a:cubicBezTo>
                  <a:cubicBezTo>
                    <a:pt x="7" y="34"/>
                    <a:pt x="7" y="38"/>
                    <a:pt x="10" y="39"/>
                  </a:cubicBezTo>
                  <a:cubicBezTo>
                    <a:pt x="71" y="70"/>
                    <a:pt x="71" y="70"/>
                    <a:pt x="71" y="70"/>
                  </a:cubicBezTo>
                  <a:cubicBezTo>
                    <a:pt x="74" y="71"/>
                    <a:pt x="79" y="70"/>
                    <a:pt x="81" y="67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2" name="Google Shape;1082;p40"/>
            <p:cNvSpPr/>
            <p:nvPr/>
          </p:nvSpPr>
          <p:spPr>
            <a:xfrm rot="1352048" flipH="1">
              <a:off x="-1048333" y="3574931"/>
              <a:ext cx="21825" cy="35949"/>
            </a:xfrm>
            <a:custGeom>
              <a:avLst/>
              <a:gdLst/>
              <a:ahLst/>
              <a:cxnLst/>
              <a:rect l="l" t="t" r="r" b="b"/>
              <a:pathLst>
                <a:path w="18" h="29" extrusionOk="0">
                  <a:moveTo>
                    <a:pt x="17" y="28"/>
                  </a:moveTo>
                  <a:cubicBezTo>
                    <a:pt x="16" y="28"/>
                    <a:pt x="16" y="28"/>
                    <a:pt x="16" y="28"/>
                  </a:cubicBezTo>
                  <a:cubicBezTo>
                    <a:pt x="16" y="27"/>
                    <a:pt x="15" y="26"/>
                    <a:pt x="15" y="25"/>
                  </a:cubicBezTo>
                  <a:cubicBezTo>
                    <a:pt x="14" y="24"/>
                    <a:pt x="14" y="23"/>
                    <a:pt x="13" y="22"/>
                  </a:cubicBezTo>
                  <a:cubicBezTo>
                    <a:pt x="9" y="15"/>
                    <a:pt x="5" y="7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7" y="10"/>
                    <a:pt x="12" y="19"/>
                    <a:pt x="18" y="29"/>
                  </a:cubicBezTo>
                  <a:lnTo>
                    <a:pt x="17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3" name="Google Shape;1083;p40"/>
            <p:cNvSpPr/>
            <p:nvPr/>
          </p:nvSpPr>
          <p:spPr>
            <a:xfrm rot="1352045" flipH="1">
              <a:off x="-2793763" y="1830198"/>
              <a:ext cx="1267170" cy="1513694"/>
            </a:xfrm>
            <a:custGeom>
              <a:avLst/>
              <a:gdLst/>
              <a:ahLst/>
              <a:cxnLst/>
              <a:rect l="l" t="t" r="r" b="b"/>
              <a:pathLst>
                <a:path w="987" h="1179" extrusionOk="0">
                  <a:moveTo>
                    <a:pt x="971" y="0"/>
                  </a:moveTo>
                  <a:lnTo>
                    <a:pt x="987" y="26"/>
                  </a:lnTo>
                  <a:lnTo>
                    <a:pt x="16" y="1179"/>
                  </a:lnTo>
                  <a:lnTo>
                    <a:pt x="0" y="1151"/>
                  </a:lnTo>
                  <a:lnTo>
                    <a:pt x="9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4" name="Google Shape;1084;p40"/>
            <p:cNvSpPr/>
            <p:nvPr/>
          </p:nvSpPr>
          <p:spPr>
            <a:xfrm rot="1352048" flipH="1">
              <a:off x="-2865665" y="1846038"/>
              <a:ext cx="2145334" cy="1742221"/>
            </a:xfrm>
            <a:custGeom>
              <a:avLst/>
              <a:gdLst/>
              <a:ahLst/>
              <a:cxnLst/>
              <a:rect l="l" t="t" r="r" b="b"/>
              <a:pathLst>
                <a:path w="1771" h="1438" extrusionOk="0">
                  <a:moveTo>
                    <a:pt x="1733" y="141"/>
                  </a:moveTo>
                  <a:cubicBezTo>
                    <a:pt x="704" y="1362"/>
                    <a:pt x="704" y="1362"/>
                    <a:pt x="704" y="1362"/>
                  </a:cubicBezTo>
                  <a:cubicBezTo>
                    <a:pt x="659" y="1416"/>
                    <a:pt x="580" y="1438"/>
                    <a:pt x="528" y="1412"/>
                  </a:cubicBezTo>
                  <a:cubicBezTo>
                    <a:pt x="50" y="1175"/>
                    <a:pt x="50" y="1175"/>
                    <a:pt x="50" y="1175"/>
                  </a:cubicBezTo>
                  <a:cubicBezTo>
                    <a:pt x="35" y="1167"/>
                    <a:pt x="24" y="1157"/>
                    <a:pt x="17" y="1144"/>
                  </a:cubicBezTo>
                  <a:cubicBezTo>
                    <a:pt x="0" y="1116"/>
                    <a:pt x="0" y="1116"/>
                    <a:pt x="0" y="1116"/>
                  </a:cubicBezTo>
                  <a:cubicBezTo>
                    <a:pt x="8" y="1128"/>
                    <a:pt x="19" y="1139"/>
                    <a:pt x="34" y="1146"/>
                  </a:cubicBezTo>
                  <a:cubicBezTo>
                    <a:pt x="512" y="1383"/>
                    <a:pt x="512" y="1383"/>
                    <a:pt x="512" y="1383"/>
                  </a:cubicBezTo>
                  <a:cubicBezTo>
                    <a:pt x="564" y="1409"/>
                    <a:pt x="643" y="1387"/>
                    <a:pt x="688" y="1334"/>
                  </a:cubicBezTo>
                  <a:cubicBezTo>
                    <a:pt x="1717" y="113"/>
                    <a:pt x="1717" y="113"/>
                    <a:pt x="1717" y="113"/>
                  </a:cubicBezTo>
                  <a:cubicBezTo>
                    <a:pt x="1749" y="75"/>
                    <a:pt x="1755" y="31"/>
                    <a:pt x="1737" y="0"/>
                  </a:cubicBezTo>
                  <a:cubicBezTo>
                    <a:pt x="1753" y="28"/>
                    <a:pt x="1753" y="28"/>
                    <a:pt x="1753" y="28"/>
                  </a:cubicBezTo>
                  <a:cubicBezTo>
                    <a:pt x="1771" y="59"/>
                    <a:pt x="1765" y="103"/>
                    <a:pt x="1733" y="14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5" name="Google Shape;1085;p40"/>
            <p:cNvSpPr/>
            <p:nvPr/>
          </p:nvSpPr>
          <p:spPr>
            <a:xfrm rot="1352050" flipH="1">
              <a:off x="-2379554" y="1973610"/>
              <a:ext cx="26961" cy="55206"/>
            </a:xfrm>
            <a:custGeom>
              <a:avLst/>
              <a:gdLst/>
              <a:ahLst/>
              <a:cxnLst/>
              <a:rect l="l" t="t" r="r" b="b"/>
              <a:pathLst>
                <a:path w="22" h="45" extrusionOk="0">
                  <a:moveTo>
                    <a:pt x="3" y="0"/>
                  </a:moveTo>
                  <a:cubicBezTo>
                    <a:pt x="19" y="28"/>
                    <a:pt x="19" y="28"/>
                    <a:pt x="19" y="28"/>
                  </a:cubicBezTo>
                  <a:cubicBezTo>
                    <a:pt x="22" y="33"/>
                    <a:pt x="21" y="40"/>
                    <a:pt x="16" y="45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5" y="11"/>
                    <a:pt x="5" y="4"/>
                    <a:pt x="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6" name="Google Shape;1086;p40"/>
            <p:cNvSpPr/>
            <p:nvPr/>
          </p:nvSpPr>
          <p:spPr>
            <a:xfrm rot="1352045" flipH="1">
              <a:off x="-2391227" y="2004109"/>
              <a:ext cx="74464" cy="100143"/>
            </a:xfrm>
            <a:custGeom>
              <a:avLst/>
              <a:gdLst/>
              <a:ahLst/>
              <a:cxnLst/>
              <a:rect l="l" t="t" r="r" b="b"/>
              <a:pathLst>
                <a:path w="58" h="78" extrusionOk="0">
                  <a:moveTo>
                    <a:pt x="43" y="0"/>
                  </a:moveTo>
                  <a:lnTo>
                    <a:pt x="58" y="26"/>
                  </a:lnTo>
                  <a:lnTo>
                    <a:pt x="15" y="78"/>
                  </a:lnTo>
                  <a:lnTo>
                    <a:pt x="0" y="5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7" name="Google Shape;1087;p40"/>
            <p:cNvSpPr/>
            <p:nvPr/>
          </p:nvSpPr>
          <p:spPr>
            <a:xfrm rot="1352051" flipH="1">
              <a:off x="-2354115" y="2082090"/>
              <a:ext cx="51354" cy="48787"/>
            </a:xfrm>
            <a:custGeom>
              <a:avLst/>
              <a:gdLst/>
              <a:ahLst/>
              <a:cxnLst/>
              <a:rect l="l" t="t" r="r" b="b"/>
              <a:pathLst>
                <a:path w="42" h="40" extrusionOk="0">
                  <a:moveTo>
                    <a:pt x="26" y="0"/>
                  </a:moveTo>
                  <a:cubicBezTo>
                    <a:pt x="42" y="29"/>
                    <a:pt x="42" y="29"/>
                    <a:pt x="42" y="29"/>
                  </a:cubicBezTo>
                  <a:cubicBezTo>
                    <a:pt x="36" y="37"/>
                    <a:pt x="24" y="40"/>
                    <a:pt x="16" y="36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7" y="11"/>
                    <a:pt x="19" y="8"/>
                    <a:pt x="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8" name="Google Shape;1088;p40"/>
            <p:cNvSpPr/>
            <p:nvPr/>
          </p:nvSpPr>
          <p:spPr>
            <a:xfrm rot="1352049" flipH="1">
              <a:off x="-2371991" y="1987374"/>
              <a:ext cx="95006" cy="105278"/>
            </a:xfrm>
            <a:custGeom>
              <a:avLst/>
              <a:gdLst/>
              <a:ahLst/>
              <a:cxnLst/>
              <a:rect l="l" t="t" r="r" b="b"/>
              <a:pathLst>
                <a:path w="78" h="87" extrusionOk="0">
                  <a:moveTo>
                    <a:pt x="70" y="0"/>
                  </a:moveTo>
                  <a:cubicBezTo>
                    <a:pt x="78" y="4"/>
                    <a:pt x="78" y="14"/>
                    <a:pt x="72" y="22"/>
                  </a:cubicBezTo>
                  <a:cubicBezTo>
                    <a:pt x="26" y="76"/>
                    <a:pt x="26" y="76"/>
                    <a:pt x="26" y="76"/>
                  </a:cubicBezTo>
                  <a:cubicBezTo>
                    <a:pt x="19" y="84"/>
                    <a:pt x="7" y="87"/>
                    <a:pt x="0" y="84"/>
                  </a:cubicBezTo>
                  <a:lnTo>
                    <a:pt x="7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9" name="Google Shape;1089;p40"/>
            <p:cNvSpPr/>
            <p:nvPr/>
          </p:nvSpPr>
          <p:spPr>
            <a:xfrm rot="1352051" flipH="1">
              <a:off x="-1341868" y="2923871"/>
              <a:ext cx="128386" cy="114265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83" y="9"/>
                  </a:moveTo>
                  <a:cubicBezTo>
                    <a:pt x="103" y="19"/>
                    <a:pt x="106" y="44"/>
                    <a:pt x="89" y="65"/>
                  </a:cubicBezTo>
                  <a:cubicBezTo>
                    <a:pt x="72" y="85"/>
                    <a:pt x="42" y="94"/>
                    <a:pt x="22" y="85"/>
                  </a:cubicBezTo>
                  <a:cubicBezTo>
                    <a:pt x="2" y="75"/>
                    <a:pt x="0" y="50"/>
                    <a:pt x="17" y="29"/>
                  </a:cubicBezTo>
                  <a:cubicBezTo>
                    <a:pt x="33" y="9"/>
                    <a:pt x="63" y="0"/>
                    <a:pt x="83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0" name="Google Shape;1090;p40"/>
            <p:cNvSpPr/>
            <p:nvPr/>
          </p:nvSpPr>
          <p:spPr>
            <a:xfrm rot="1352051" flipH="1">
              <a:off x="-1611257" y="2939979"/>
              <a:ext cx="128386" cy="114265"/>
            </a:xfrm>
            <a:custGeom>
              <a:avLst/>
              <a:gdLst/>
              <a:ahLst/>
              <a:cxnLst/>
              <a:rect l="l" t="t" r="r" b="b"/>
              <a:pathLst>
                <a:path w="106" h="95" extrusionOk="0">
                  <a:moveTo>
                    <a:pt x="83" y="10"/>
                  </a:moveTo>
                  <a:cubicBezTo>
                    <a:pt x="103" y="20"/>
                    <a:pt x="106" y="45"/>
                    <a:pt x="89" y="65"/>
                  </a:cubicBezTo>
                  <a:cubicBezTo>
                    <a:pt x="72" y="86"/>
                    <a:pt x="42" y="95"/>
                    <a:pt x="22" y="85"/>
                  </a:cubicBezTo>
                  <a:cubicBezTo>
                    <a:pt x="2" y="75"/>
                    <a:pt x="0" y="51"/>
                    <a:pt x="17" y="30"/>
                  </a:cubicBezTo>
                  <a:cubicBezTo>
                    <a:pt x="33" y="9"/>
                    <a:pt x="63" y="0"/>
                    <a:pt x="83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1" name="Google Shape;1091;p40"/>
            <p:cNvSpPr/>
            <p:nvPr/>
          </p:nvSpPr>
          <p:spPr>
            <a:xfrm rot="1352051" flipH="1">
              <a:off x="-1478588" y="2931138"/>
              <a:ext cx="128386" cy="115549"/>
            </a:xfrm>
            <a:custGeom>
              <a:avLst/>
              <a:gdLst/>
              <a:ahLst/>
              <a:cxnLst/>
              <a:rect l="l" t="t" r="r" b="b"/>
              <a:pathLst>
                <a:path w="106" h="95" extrusionOk="0">
                  <a:moveTo>
                    <a:pt x="83" y="10"/>
                  </a:moveTo>
                  <a:cubicBezTo>
                    <a:pt x="103" y="20"/>
                    <a:pt x="106" y="45"/>
                    <a:pt x="89" y="65"/>
                  </a:cubicBezTo>
                  <a:cubicBezTo>
                    <a:pt x="72" y="86"/>
                    <a:pt x="42" y="95"/>
                    <a:pt x="22" y="85"/>
                  </a:cubicBezTo>
                  <a:cubicBezTo>
                    <a:pt x="2" y="76"/>
                    <a:pt x="0" y="51"/>
                    <a:pt x="16" y="30"/>
                  </a:cubicBezTo>
                  <a:cubicBezTo>
                    <a:pt x="33" y="9"/>
                    <a:pt x="63" y="0"/>
                    <a:pt x="83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2" name="Google Shape;1092;p40"/>
            <p:cNvSpPr/>
            <p:nvPr/>
          </p:nvSpPr>
          <p:spPr>
            <a:xfrm rot="1352051" flipH="1">
              <a:off x="-1748469" y="2948432"/>
              <a:ext cx="128386" cy="115549"/>
            </a:xfrm>
            <a:custGeom>
              <a:avLst/>
              <a:gdLst/>
              <a:ahLst/>
              <a:cxnLst/>
              <a:rect l="l" t="t" r="r" b="b"/>
              <a:pathLst>
                <a:path w="106" h="95" extrusionOk="0">
                  <a:moveTo>
                    <a:pt x="83" y="10"/>
                  </a:moveTo>
                  <a:cubicBezTo>
                    <a:pt x="103" y="19"/>
                    <a:pt x="106" y="44"/>
                    <a:pt x="89" y="65"/>
                  </a:cubicBezTo>
                  <a:cubicBezTo>
                    <a:pt x="72" y="86"/>
                    <a:pt x="42" y="95"/>
                    <a:pt x="22" y="85"/>
                  </a:cubicBezTo>
                  <a:cubicBezTo>
                    <a:pt x="2" y="75"/>
                    <a:pt x="0" y="50"/>
                    <a:pt x="16" y="29"/>
                  </a:cubicBezTo>
                  <a:cubicBezTo>
                    <a:pt x="33" y="9"/>
                    <a:pt x="63" y="0"/>
                    <a:pt x="83" y="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3" name="Google Shape;1093;p40"/>
            <p:cNvSpPr/>
            <p:nvPr/>
          </p:nvSpPr>
          <p:spPr>
            <a:xfrm rot="1352051" flipH="1">
              <a:off x="-1912394" y="2959541"/>
              <a:ext cx="128386" cy="112981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84" y="9"/>
                  </a:moveTo>
                  <a:cubicBezTo>
                    <a:pt x="104" y="19"/>
                    <a:pt x="106" y="44"/>
                    <a:pt x="90" y="65"/>
                  </a:cubicBezTo>
                  <a:cubicBezTo>
                    <a:pt x="73" y="85"/>
                    <a:pt x="43" y="94"/>
                    <a:pt x="23" y="85"/>
                  </a:cubicBezTo>
                  <a:cubicBezTo>
                    <a:pt x="3" y="75"/>
                    <a:pt x="0" y="50"/>
                    <a:pt x="17" y="29"/>
                  </a:cubicBezTo>
                  <a:cubicBezTo>
                    <a:pt x="34" y="9"/>
                    <a:pt x="64" y="0"/>
                    <a:pt x="84" y="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4" name="Google Shape;1094;p40"/>
            <p:cNvSpPr/>
            <p:nvPr/>
          </p:nvSpPr>
          <p:spPr>
            <a:xfrm rot="1352045" flipH="1">
              <a:off x="-1810911" y="3010081"/>
              <a:ext cx="617534" cy="350499"/>
            </a:xfrm>
            <a:custGeom>
              <a:avLst/>
              <a:gdLst/>
              <a:ahLst/>
              <a:cxnLst/>
              <a:rect l="l" t="t" r="r" b="b"/>
              <a:pathLst>
                <a:path w="509" h="289" extrusionOk="0">
                  <a:moveTo>
                    <a:pt x="488" y="210"/>
                  </a:moveTo>
                  <a:cubicBezTo>
                    <a:pt x="507" y="219"/>
                    <a:pt x="509" y="242"/>
                    <a:pt x="494" y="261"/>
                  </a:cubicBezTo>
                  <a:cubicBezTo>
                    <a:pt x="478" y="280"/>
                    <a:pt x="450" y="289"/>
                    <a:pt x="432" y="280"/>
                  </a:cubicBezTo>
                  <a:cubicBezTo>
                    <a:pt x="21" y="79"/>
                    <a:pt x="21" y="79"/>
                    <a:pt x="21" y="79"/>
                  </a:cubicBezTo>
                  <a:cubicBezTo>
                    <a:pt x="2" y="70"/>
                    <a:pt x="0" y="47"/>
                    <a:pt x="15" y="28"/>
                  </a:cubicBezTo>
                  <a:cubicBezTo>
                    <a:pt x="31" y="9"/>
                    <a:pt x="59" y="0"/>
                    <a:pt x="78" y="9"/>
                  </a:cubicBezTo>
                  <a:lnTo>
                    <a:pt x="488" y="21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5" name="Google Shape;1095;p40"/>
            <p:cNvSpPr/>
            <p:nvPr/>
          </p:nvSpPr>
          <p:spPr>
            <a:xfrm rot="1352045" flipH="1">
              <a:off x="-1967533" y="1747107"/>
              <a:ext cx="580305" cy="508416"/>
            </a:xfrm>
            <a:custGeom>
              <a:avLst/>
              <a:gdLst/>
              <a:ahLst/>
              <a:cxnLst/>
              <a:rect l="l" t="t" r="r" b="b"/>
              <a:pathLst>
                <a:path w="452" h="396" extrusionOk="0">
                  <a:moveTo>
                    <a:pt x="452" y="106"/>
                  </a:moveTo>
                  <a:lnTo>
                    <a:pt x="218" y="396"/>
                  </a:lnTo>
                  <a:lnTo>
                    <a:pt x="0" y="289"/>
                  </a:lnTo>
                  <a:lnTo>
                    <a:pt x="234" y="0"/>
                  </a:lnTo>
                  <a:lnTo>
                    <a:pt x="452" y="106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6" name="Google Shape;1096;p40"/>
            <p:cNvSpPr/>
            <p:nvPr/>
          </p:nvSpPr>
          <p:spPr>
            <a:xfrm rot="1352045" flipH="1">
              <a:off x="-2324959" y="1768334"/>
              <a:ext cx="580305" cy="507131"/>
            </a:xfrm>
            <a:custGeom>
              <a:avLst/>
              <a:gdLst/>
              <a:ahLst/>
              <a:cxnLst/>
              <a:rect l="l" t="t" r="r" b="b"/>
              <a:pathLst>
                <a:path w="452" h="395" extrusionOk="0">
                  <a:moveTo>
                    <a:pt x="452" y="107"/>
                  </a:moveTo>
                  <a:lnTo>
                    <a:pt x="218" y="395"/>
                  </a:lnTo>
                  <a:lnTo>
                    <a:pt x="0" y="290"/>
                  </a:lnTo>
                  <a:lnTo>
                    <a:pt x="234" y="0"/>
                  </a:lnTo>
                  <a:lnTo>
                    <a:pt x="452" y="107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7" name="Google Shape;1097;p40"/>
            <p:cNvSpPr/>
            <p:nvPr/>
          </p:nvSpPr>
          <p:spPr>
            <a:xfrm rot="1352045" flipH="1">
              <a:off x="-2165360" y="2301595"/>
              <a:ext cx="580305" cy="507131"/>
            </a:xfrm>
            <a:custGeom>
              <a:avLst/>
              <a:gdLst/>
              <a:ahLst/>
              <a:cxnLst/>
              <a:rect l="l" t="t" r="r" b="b"/>
              <a:pathLst>
                <a:path w="452" h="395" extrusionOk="0">
                  <a:moveTo>
                    <a:pt x="452" y="106"/>
                  </a:moveTo>
                  <a:lnTo>
                    <a:pt x="218" y="395"/>
                  </a:lnTo>
                  <a:lnTo>
                    <a:pt x="0" y="289"/>
                  </a:lnTo>
                  <a:lnTo>
                    <a:pt x="234" y="0"/>
                  </a:lnTo>
                  <a:lnTo>
                    <a:pt x="452" y="106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8" name="Google Shape;1098;p40"/>
            <p:cNvSpPr/>
            <p:nvPr/>
          </p:nvSpPr>
          <p:spPr>
            <a:xfrm rot="1352045" flipH="1">
              <a:off x="-1808676" y="2278936"/>
              <a:ext cx="581589" cy="508416"/>
            </a:xfrm>
            <a:custGeom>
              <a:avLst/>
              <a:gdLst/>
              <a:ahLst/>
              <a:cxnLst/>
              <a:rect l="l" t="t" r="r" b="b"/>
              <a:pathLst>
                <a:path w="453" h="396" extrusionOk="0">
                  <a:moveTo>
                    <a:pt x="453" y="107"/>
                  </a:moveTo>
                  <a:lnTo>
                    <a:pt x="218" y="396"/>
                  </a:lnTo>
                  <a:lnTo>
                    <a:pt x="0" y="290"/>
                  </a:lnTo>
                  <a:lnTo>
                    <a:pt x="234" y="0"/>
                  </a:lnTo>
                  <a:lnTo>
                    <a:pt x="453" y="107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9" name="Google Shape;1099;p40"/>
            <p:cNvSpPr/>
            <p:nvPr/>
          </p:nvSpPr>
          <p:spPr>
            <a:xfrm rot="1352046" flipH="1">
              <a:off x="-1669486" y="1926832"/>
              <a:ext cx="73180" cy="71897"/>
            </a:xfrm>
            <a:custGeom>
              <a:avLst/>
              <a:gdLst/>
              <a:ahLst/>
              <a:cxnLst/>
              <a:rect l="l" t="t" r="r" b="b"/>
              <a:pathLst>
                <a:path w="57" h="56" extrusionOk="0">
                  <a:moveTo>
                    <a:pt x="31" y="35"/>
                  </a:moveTo>
                  <a:lnTo>
                    <a:pt x="16" y="56"/>
                  </a:lnTo>
                  <a:lnTo>
                    <a:pt x="21" y="31"/>
                  </a:lnTo>
                  <a:lnTo>
                    <a:pt x="0" y="16"/>
                  </a:lnTo>
                  <a:lnTo>
                    <a:pt x="26" y="21"/>
                  </a:lnTo>
                  <a:lnTo>
                    <a:pt x="41" y="0"/>
                  </a:lnTo>
                  <a:lnTo>
                    <a:pt x="35" y="25"/>
                  </a:lnTo>
                  <a:lnTo>
                    <a:pt x="57" y="40"/>
                  </a:lnTo>
                  <a:lnTo>
                    <a:pt x="31" y="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0" name="Google Shape;1100;p40"/>
            <p:cNvSpPr/>
            <p:nvPr/>
          </p:nvSpPr>
          <p:spPr>
            <a:xfrm rot="1352048" flipH="1">
              <a:off x="-1563674" y="1913474"/>
              <a:ext cx="28245" cy="21826"/>
            </a:xfrm>
            <a:custGeom>
              <a:avLst/>
              <a:gdLst/>
              <a:ahLst/>
              <a:cxnLst/>
              <a:rect l="l" t="t" r="r" b="b"/>
              <a:pathLst>
                <a:path w="23" h="17" extrusionOk="0">
                  <a:moveTo>
                    <a:pt x="11" y="0"/>
                  </a:moveTo>
                  <a:cubicBezTo>
                    <a:pt x="0" y="0"/>
                    <a:pt x="0" y="17"/>
                    <a:pt x="11" y="17"/>
                  </a:cubicBezTo>
                  <a:cubicBezTo>
                    <a:pt x="23" y="17"/>
                    <a:pt x="23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1" name="Google Shape;1101;p40"/>
            <p:cNvSpPr/>
            <p:nvPr/>
          </p:nvSpPr>
          <p:spPr>
            <a:xfrm rot="1352050" flipH="1">
              <a:off x="-1650506" y="1864670"/>
              <a:ext cx="26961" cy="21825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11" y="0"/>
                  </a:moveTo>
                  <a:cubicBezTo>
                    <a:pt x="0" y="0"/>
                    <a:pt x="0" y="18"/>
                    <a:pt x="11" y="18"/>
                  </a:cubicBezTo>
                  <a:cubicBezTo>
                    <a:pt x="22" y="18"/>
                    <a:pt x="22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2" name="Google Shape;1102;p40"/>
            <p:cNvSpPr/>
            <p:nvPr/>
          </p:nvSpPr>
          <p:spPr>
            <a:xfrm rot="1352045" flipH="1">
              <a:off x="-1848704" y="2351484"/>
              <a:ext cx="123251" cy="123252"/>
            </a:xfrm>
            <a:custGeom>
              <a:avLst/>
              <a:gdLst/>
              <a:ahLst/>
              <a:cxnLst/>
              <a:rect l="l" t="t" r="r" b="b"/>
              <a:pathLst>
                <a:path w="96" h="96" extrusionOk="0">
                  <a:moveTo>
                    <a:pt x="33" y="50"/>
                  </a:moveTo>
                  <a:lnTo>
                    <a:pt x="0" y="10"/>
                  </a:lnTo>
                  <a:lnTo>
                    <a:pt x="46" y="33"/>
                  </a:lnTo>
                  <a:lnTo>
                    <a:pt x="86" y="0"/>
                  </a:lnTo>
                  <a:lnTo>
                    <a:pt x="62" y="46"/>
                  </a:lnTo>
                  <a:lnTo>
                    <a:pt x="96" y="86"/>
                  </a:lnTo>
                  <a:lnTo>
                    <a:pt x="49" y="62"/>
                  </a:lnTo>
                  <a:lnTo>
                    <a:pt x="9" y="96"/>
                  </a:lnTo>
                  <a:lnTo>
                    <a:pt x="33" y="5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3" name="Google Shape;1103;p40"/>
            <p:cNvSpPr/>
            <p:nvPr/>
          </p:nvSpPr>
          <p:spPr>
            <a:xfrm rot="1352045" flipH="1">
              <a:off x="-1949180" y="2411414"/>
              <a:ext cx="84735" cy="84736"/>
            </a:xfrm>
            <a:custGeom>
              <a:avLst/>
              <a:gdLst/>
              <a:ahLst/>
              <a:cxnLst/>
              <a:rect l="l" t="t" r="r" b="b"/>
              <a:pathLst>
                <a:path w="66" h="66" extrusionOk="0">
                  <a:moveTo>
                    <a:pt x="28" y="39"/>
                  </a:moveTo>
                  <a:lnTo>
                    <a:pt x="0" y="36"/>
                  </a:lnTo>
                  <a:lnTo>
                    <a:pt x="27" y="27"/>
                  </a:lnTo>
                  <a:lnTo>
                    <a:pt x="30" y="0"/>
                  </a:lnTo>
                  <a:lnTo>
                    <a:pt x="38" y="26"/>
                  </a:lnTo>
                  <a:lnTo>
                    <a:pt x="66" y="30"/>
                  </a:lnTo>
                  <a:lnTo>
                    <a:pt x="39" y="38"/>
                  </a:lnTo>
                  <a:lnTo>
                    <a:pt x="35" y="66"/>
                  </a:lnTo>
                  <a:lnTo>
                    <a:pt x="28" y="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4" name="Google Shape;1104;p40"/>
            <p:cNvSpPr/>
            <p:nvPr/>
          </p:nvSpPr>
          <p:spPr>
            <a:xfrm rot="1352048" flipH="1">
              <a:off x="-1830742" y="2493496"/>
              <a:ext cx="28245" cy="21825"/>
            </a:xfrm>
            <a:custGeom>
              <a:avLst/>
              <a:gdLst/>
              <a:ahLst/>
              <a:cxnLst/>
              <a:rect l="l" t="t" r="r" b="b"/>
              <a:pathLst>
                <a:path w="23" h="18" extrusionOk="0">
                  <a:moveTo>
                    <a:pt x="11" y="18"/>
                  </a:moveTo>
                  <a:cubicBezTo>
                    <a:pt x="23" y="18"/>
                    <a:pt x="23" y="1"/>
                    <a:pt x="12" y="0"/>
                  </a:cubicBezTo>
                  <a:cubicBezTo>
                    <a:pt x="1" y="0"/>
                    <a:pt x="0" y="17"/>
                    <a:pt x="11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5" name="Google Shape;1105;p40"/>
            <p:cNvSpPr/>
            <p:nvPr/>
          </p:nvSpPr>
          <p:spPr>
            <a:xfrm rot="1352046" flipH="1">
              <a:off x="-2091768" y="2066621"/>
              <a:ext cx="70612" cy="71897"/>
            </a:xfrm>
            <a:custGeom>
              <a:avLst/>
              <a:gdLst/>
              <a:ahLst/>
              <a:cxnLst/>
              <a:rect l="l" t="t" r="r" b="b"/>
              <a:pathLst>
                <a:path w="55" h="56" extrusionOk="0">
                  <a:moveTo>
                    <a:pt x="25" y="21"/>
                  </a:moveTo>
                  <a:lnTo>
                    <a:pt x="40" y="0"/>
                  </a:lnTo>
                  <a:lnTo>
                    <a:pt x="34" y="26"/>
                  </a:lnTo>
                  <a:lnTo>
                    <a:pt x="55" y="41"/>
                  </a:lnTo>
                  <a:lnTo>
                    <a:pt x="30" y="35"/>
                  </a:lnTo>
                  <a:lnTo>
                    <a:pt x="14" y="56"/>
                  </a:lnTo>
                  <a:lnTo>
                    <a:pt x="20" y="30"/>
                  </a:lnTo>
                  <a:lnTo>
                    <a:pt x="0" y="14"/>
                  </a:lnTo>
                  <a:lnTo>
                    <a:pt x="25" y="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6" name="Google Shape;1106;p40"/>
            <p:cNvSpPr/>
            <p:nvPr/>
          </p:nvSpPr>
          <p:spPr>
            <a:xfrm rot="1352049" flipH="1">
              <a:off x="-2151060" y="2132418"/>
              <a:ext cx="26961" cy="23110"/>
            </a:xfrm>
            <a:custGeom>
              <a:avLst/>
              <a:gdLst/>
              <a:ahLst/>
              <a:cxnLst/>
              <a:rect l="l" t="t" r="r" b="b"/>
              <a:pathLst>
                <a:path w="23" h="19" extrusionOk="0">
                  <a:moveTo>
                    <a:pt x="11" y="18"/>
                  </a:moveTo>
                  <a:cubicBezTo>
                    <a:pt x="23" y="19"/>
                    <a:pt x="23" y="1"/>
                    <a:pt x="12" y="1"/>
                  </a:cubicBezTo>
                  <a:cubicBezTo>
                    <a:pt x="1" y="0"/>
                    <a:pt x="0" y="18"/>
                    <a:pt x="11" y="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7" name="Google Shape;1107;p40"/>
            <p:cNvSpPr/>
            <p:nvPr/>
          </p:nvSpPr>
          <p:spPr>
            <a:xfrm rot="1352048" flipH="1">
              <a:off x="-2061320" y="2178206"/>
              <a:ext cx="28245" cy="21825"/>
            </a:xfrm>
            <a:custGeom>
              <a:avLst/>
              <a:gdLst/>
              <a:ahLst/>
              <a:cxnLst/>
              <a:rect l="l" t="t" r="r" b="b"/>
              <a:pathLst>
                <a:path w="23" h="18" extrusionOk="0">
                  <a:moveTo>
                    <a:pt x="11" y="17"/>
                  </a:moveTo>
                  <a:cubicBezTo>
                    <a:pt x="22" y="18"/>
                    <a:pt x="23" y="0"/>
                    <a:pt x="12" y="0"/>
                  </a:cubicBezTo>
                  <a:cubicBezTo>
                    <a:pt x="1" y="0"/>
                    <a:pt x="0" y="17"/>
                    <a:pt x="11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8" name="Google Shape;1108;p40"/>
          <p:cNvGrpSpPr/>
          <p:nvPr/>
        </p:nvGrpSpPr>
        <p:grpSpPr>
          <a:xfrm>
            <a:off x="474575" y="604226"/>
            <a:ext cx="2927031" cy="3414443"/>
            <a:chOff x="474575" y="604226"/>
            <a:chExt cx="2927031" cy="3414443"/>
          </a:xfrm>
        </p:grpSpPr>
        <p:sp>
          <p:nvSpPr>
            <p:cNvPr id="1109" name="Google Shape;1109;p40"/>
            <p:cNvSpPr/>
            <p:nvPr/>
          </p:nvSpPr>
          <p:spPr>
            <a:xfrm>
              <a:off x="474575" y="604226"/>
              <a:ext cx="2337000" cy="23370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ssistant"/>
                <a:ea typeface="Assistant"/>
                <a:cs typeface="Assistant"/>
                <a:sym typeface="Assistant"/>
              </a:endParaRPr>
            </a:p>
          </p:txBody>
        </p:sp>
        <p:grpSp>
          <p:nvGrpSpPr>
            <p:cNvPr id="1110" name="Google Shape;1110;p40"/>
            <p:cNvGrpSpPr/>
            <p:nvPr/>
          </p:nvGrpSpPr>
          <p:grpSpPr>
            <a:xfrm rot="-333584">
              <a:off x="907128" y="1035149"/>
              <a:ext cx="2360716" cy="2875927"/>
              <a:chOff x="-173707" y="15541"/>
              <a:chExt cx="2518879" cy="3068609"/>
            </a:xfrm>
          </p:grpSpPr>
          <p:sp>
            <p:nvSpPr>
              <p:cNvPr id="1111" name="Google Shape;1111;p40"/>
              <p:cNvSpPr/>
              <p:nvPr/>
            </p:nvSpPr>
            <p:spPr>
              <a:xfrm rot="921106">
                <a:off x="373160" y="218242"/>
                <a:ext cx="690949" cy="1016110"/>
              </a:xfrm>
              <a:custGeom>
                <a:avLst/>
                <a:gdLst/>
                <a:ahLst/>
                <a:cxnLst/>
                <a:rect l="l" t="t" r="r" b="b"/>
                <a:pathLst>
                  <a:path w="356" h="524" extrusionOk="0">
                    <a:moveTo>
                      <a:pt x="356" y="0"/>
                    </a:moveTo>
                    <a:cubicBezTo>
                      <a:pt x="183" y="505"/>
                      <a:pt x="183" y="505"/>
                      <a:pt x="183" y="505"/>
                    </a:cubicBezTo>
                    <a:cubicBezTo>
                      <a:pt x="150" y="524"/>
                      <a:pt x="150" y="524"/>
                      <a:pt x="150" y="524"/>
                    </a:cubicBezTo>
                    <a:cubicBezTo>
                      <a:pt x="6" y="164"/>
                      <a:pt x="6" y="164"/>
                      <a:pt x="6" y="164"/>
                    </a:cubicBezTo>
                    <a:cubicBezTo>
                      <a:pt x="0" y="151"/>
                      <a:pt x="0" y="137"/>
                      <a:pt x="4" y="126"/>
                    </a:cubicBezTo>
                    <a:cubicBezTo>
                      <a:pt x="7" y="118"/>
                      <a:pt x="12" y="112"/>
                      <a:pt x="18" y="107"/>
                    </a:cubicBezTo>
                    <a:cubicBezTo>
                      <a:pt x="51" y="88"/>
                      <a:pt x="51" y="88"/>
                      <a:pt x="51" y="88"/>
                    </a:cubicBezTo>
                    <a:cubicBezTo>
                      <a:pt x="53" y="86"/>
                      <a:pt x="56" y="85"/>
                      <a:pt x="59" y="84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78" y="55"/>
                      <a:pt x="186" y="74"/>
                    </a:cubicBezTo>
                    <a:cubicBezTo>
                      <a:pt x="194" y="93"/>
                      <a:pt x="208" y="93"/>
                      <a:pt x="220" y="89"/>
                    </a:cubicBezTo>
                    <a:cubicBezTo>
                      <a:pt x="233" y="86"/>
                      <a:pt x="256" y="80"/>
                      <a:pt x="257" y="79"/>
                    </a:cubicBezTo>
                    <a:cubicBezTo>
                      <a:pt x="258" y="79"/>
                      <a:pt x="269" y="76"/>
                      <a:pt x="280" y="73"/>
                    </a:cubicBezTo>
                    <a:cubicBezTo>
                      <a:pt x="280" y="69"/>
                      <a:pt x="280" y="64"/>
                      <a:pt x="278" y="59"/>
                    </a:cubicBezTo>
                    <a:cubicBezTo>
                      <a:pt x="271" y="41"/>
                      <a:pt x="282" y="33"/>
                      <a:pt x="285" y="31"/>
                    </a:cubicBezTo>
                    <a:cubicBezTo>
                      <a:pt x="316" y="12"/>
                      <a:pt x="316" y="12"/>
                      <a:pt x="316" y="12"/>
                    </a:cubicBezTo>
                    <a:cubicBezTo>
                      <a:pt x="316" y="12"/>
                      <a:pt x="316" y="12"/>
                      <a:pt x="316" y="12"/>
                    </a:cubicBezTo>
                    <a:cubicBezTo>
                      <a:pt x="317" y="12"/>
                      <a:pt x="317" y="12"/>
                      <a:pt x="317" y="12"/>
                    </a:cubicBezTo>
                    <a:cubicBezTo>
                      <a:pt x="317" y="12"/>
                      <a:pt x="317" y="12"/>
                      <a:pt x="317" y="12"/>
                    </a:cubicBezTo>
                    <a:cubicBezTo>
                      <a:pt x="318" y="11"/>
                      <a:pt x="318" y="11"/>
                      <a:pt x="318" y="11"/>
                    </a:cubicBezTo>
                    <a:lnTo>
                      <a:pt x="35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2" name="Google Shape;1112;p40"/>
              <p:cNvSpPr/>
              <p:nvPr/>
            </p:nvSpPr>
            <p:spPr>
              <a:xfrm rot="921106">
                <a:off x="800970" y="1210161"/>
                <a:ext cx="597618" cy="1555025"/>
              </a:xfrm>
              <a:custGeom>
                <a:avLst/>
                <a:gdLst/>
                <a:ahLst/>
                <a:cxnLst/>
                <a:rect l="l" t="t" r="r" b="b"/>
                <a:pathLst>
                  <a:path w="308" h="802" extrusionOk="0">
                    <a:moveTo>
                      <a:pt x="308" y="126"/>
                    </a:moveTo>
                    <a:cubicBezTo>
                      <a:pt x="74" y="802"/>
                      <a:pt x="74" y="802"/>
                      <a:pt x="74" y="802"/>
                    </a:cubicBezTo>
                    <a:cubicBezTo>
                      <a:pt x="58" y="797"/>
                      <a:pt x="43" y="783"/>
                      <a:pt x="35" y="764"/>
                    </a:cubicBezTo>
                    <a:cubicBezTo>
                      <a:pt x="0" y="676"/>
                      <a:pt x="0" y="676"/>
                      <a:pt x="0" y="676"/>
                    </a:cubicBezTo>
                    <a:cubicBezTo>
                      <a:pt x="32" y="656"/>
                      <a:pt x="32" y="656"/>
                      <a:pt x="32" y="656"/>
                    </a:cubicBezTo>
                    <a:cubicBezTo>
                      <a:pt x="258" y="0"/>
                      <a:pt x="258" y="0"/>
                      <a:pt x="258" y="0"/>
                    </a:cubicBezTo>
                    <a:lnTo>
                      <a:pt x="308" y="12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3" name="Google Shape;1113;p40"/>
              <p:cNvSpPr/>
              <p:nvPr/>
            </p:nvSpPr>
            <p:spPr>
              <a:xfrm rot="921106">
                <a:off x="1340453" y="2279591"/>
                <a:ext cx="335690" cy="477195"/>
              </a:xfrm>
              <a:custGeom>
                <a:avLst/>
                <a:gdLst/>
                <a:ahLst/>
                <a:cxnLst/>
                <a:rect l="l" t="t" r="r" b="b"/>
                <a:pathLst>
                  <a:path w="173" h="246" extrusionOk="0">
                    <a:moveTo>
                      <a:pt x="151" y="192"/>
                    </a:moveTo>
                    <a:cubicBezTo>
                      <a:pt x="119" y="211"/>
                      <a:pt x="119" y="211"/>
                      <a:pt x="119" y="211"/>
                    </a:cubicBezTo>
                    <a:cubicBezTo>
                      <a:pt x="117" y="213"/>
                      <a:pt x="114" y="214"/>
                      <a:pt x="111" y="215"/>
                    </a:cubicBezTo>
                    <a:cubicBezTo>
                      <a:pt x="0" y="246"/>
                      <a:pt x="0" y="246"/>
                      <a:pt x="0" y="246"/>
                    </a:cubicBezTo>
                    <a:cubicBezTo>
                      <a:pt x="32" y="227"/>
                      <a:pt x="32" y="227"/>
                      <a:pt x="32" y="227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164" y="135"/>
                      <a:pt x="164" y="135"/>
                      <a:pt x="164" y="135"/>
                    </a:cubicBezTo>
                    <a:cubicBezTo>
                      <a:pt x="173" y="158"/>
                      <a:pt x="168" y="182"/>
                      <a:pt x="151" y="19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4" name="Google Shape;1114;p40"/>
              <p:cNvSpPr/>
              <p:nvPr/>
            </p:nvSpPr>
            <p:spPr>
              <a:xfrm rot="921108">
                <a:off x="696845" y="651754"/>
                <a:ext cx="713529" cy="1842546"/>
              </a:xfrm>
              <a:custGeom>
                <a:avLst/>
                <a:gdLst/>
                <a:ahLst/>
                <a:cxnLst/>
                <a:rect l="l" t="t" r="r" b="b"/>
                <a:pathLst>
                  <a:path w="474" h="1224" extrusionOk="0">
                    <a:moveTo>
                      <a:pt x="474" y="353"/>
                    </a:moveTo>
                    <a:lnTo>
                      <a:pt x="183" y="1198"/>
                    </a:lnTo>
                    <a:lnTo>
                      <a:pt x="141" y="1224"/>
                    </a:lnTo>
                    <a:lnTo>
                      <a:pt x="141" y="1224"/>
                    </a:lnTo>
                    <a:lnTo>
                      <a:pt x="0" y="871"/>
                    </a:lnTo>
                    <a:lnTo>
                      <a:pt x="41" y="845"/>
                    </a:lnTo>
                    <a:lnTo>
                      <a:pt x="332" y="0"/>
                    </a:lnTo>
                    <a:lnTo>
                      <a:pt x="474" y="35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5" name="Google Shape;1115;p40"/>
              <p:cNvSpPr/>
              <p:nvPr/>
            </p:nvSpPr>
            <p:spPr>
              <a:xfrm rot="921106">
                <a:off x="578911" y="248777"/>
                <a:ext cx="743635" cy="1669431"/>
              </a:xfrm>
              <a:custGeom>
                <a:avLst/>
                <a:gdLst/>
                <a:ahLst/>
                <a:cxnLst/>
                <a:rect l="l" t="t" r="r" b="b"/>
                <a:pathLst>
                  <a:path w="384" h="861" extrusionOk="0">
                    <a:moveTo>
                      <a:pt x="384" y="185"/>
                    </a:moveTo>
                    <a:cubicBezTo>
                      <a:pt x="158" y="841"/>
                      <a:pt x="158" y="841"/>
                      <a:pt x="158" y="841"/>
                    </a:cubicBezTo>
                    <a:cubicBezTo>
                      <a:pt x="126" y="861"/>
                      <a:pt x="126" y="861"/>
                      <a:pt x="126" y="861"/>
                    </a:cubicBezTo>
                    <a:cubicBezTo>
                      <a:pt x="0" y="547"/>
                      <a:pt x="0" y="547"/>
                      <a:pt x="0" y="547"/>
                    </a:cubicBezTo>
                    <a:cubicBezTo>
                      <a:pt x="33" y="528"/>
                      <a:pt x="33" y="528"/>
                      <a:pt x="33" y="528"/>
                    </a:cubicBezTo>
                    <a:cubicBezTo>
                      <a:pt x="206" y="23"/>
                      <a:pt x="206" y="23"/>
                      <a:pt x="206" y="23"/>
                    </a:cubicBezTo>
                    <a:cubicBezTo>
                      <a:pt x="268" y="6"/>
                      <a:pt x="268" y="6"/>
                      <a:pt x="268" y="6"/>
                    </a:cubicBezTo>
                    <a:cubicBezTo>
                      <a:pt x="290" y="0"/>
                      <a:pt x="317" y="17"/>
                      <a:pt x="328" y="44"/>
                    </a:cubicBezTo>
                    <a:lnTo>
                      <a:pt x="384" y="185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6" name="Google Shape;1116;p40"/>
              <p:cNvSpPr/>
              <p:nvPr/>
            </p:nvSpPr>
            <p:spPr>
              <a:xfrm rot="921106">
                <a:off x="905202" y="1506014"/>
                <a:ext cx="734603" cy="1314168"/>
              </a:xfrm>
              <a:custGeom>
                <a:avLst/>
                <a:gdLst/>
                <a:ahLst/>
                <a:cxnLst/>
                <a:rect l="l" t="t" r="r" b="b"/>
                <a:pathLst>
                  <a:path w="379" h="678" extrusionOk="0">
                    <a:moveTo>
                      <a:pt x="379" y="360"/>
                    </a:moveTo>
                    <a:cubicBezTo>
                      <a:pt x="301" y="587"/>
                      <a:pt x="301" y="587"/>
                      <a:pt x="301" y="587"/>
                    </a:cubicBezTo>
                    <a:cubicBezTo>
                      <a:pt x="269" y="606"/>
                      <a:pt x="269" y="606"/>
                      <a:pt x="269" y="606"/>
                    </a:cubicBezTo>
                    <a:cubicBezTo>
                      <a:pt x="21" y="676"/>
                      <a:pt x="21" y="676"/>
                      <a:pt x="21" y="676"/>
                    </a:cubicBezTo>
                    <a:cubicBezTo>
                      <a:pt x="15" y="678"/>
                      <a:pt x="7" y="678"/>
                      <a:pt x="0" y="676"/>
                    </a:cubicBezTo>
                    <a:cubicBezTo>
                      <a:pt x="234" y="0"/>
                      <a:pt x="234" y="0"/>
                      <a:pt x="234" y="0"/>
                    </a:cubicBezTo>
                    <a:cubicBezTo>
                      <a:pt x="247" y="32"/>
                      <a:pt x="247" y="32"/>
                      <a:pt x="247" y="32"/>
                    </a:cubicBezTo>
                    <a:lnTo>
                      <a:pt x="379" y="3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7" name="Google Shape;1117;p40"/>
              <p:cNvSpPr/>
              <p:nvPr/>
            </p:nvSpPr>
            <p:spPr>
              <a:xfrm rot="921106">
                <a:off x="1317812" y="416570"/>
                <a:ext cx="25591" cy="39139"/>
              </a:xfrm>
              <a:custGeom>
                <a:avLst/>
                <a:gdLst/>
                <a:ahLst/>
                <a:cxnLst/>
                <a:rect l="l" t="t" r="r" b="b"/>
                <a:pathLst>
                  <a:path w="17" h="26" extrusionOk="0">
                    <a:moveTo>
                      <a:pt x="8" y="0"/>
                    </a:moveTo>
                    <a:lnTo>
                      <a:pt x="17" y="24"/>
                    </a:lnTo>
                    <a:lnTo>
                      <a:pt x="11" y="25"/>
                    </a:lnTo>
                    <a:lnTo>
                      <a:pt x="10" y="26"/>
                    </a:lnTo>
                    <a:lnTo>
                      <a:pt x="0" y="2"/>
                    </a:lnTo>
                    <a:lnTo>
                      <a:pt x="2" y="2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8" name="Google Shape;1118;p40"/>
              <p:cNvSpPr/>
              <p:nvPr/>
            </p:nvSpPr>
            <p:spPr>
              <a:xfrm rot="921106">
                <a:off x="1199666" y="386491"/>
                <a:ext cx="136986" cy="99353"/>
              </a:xfrm>
              <a:custGeom>
                <a:avLst/>
                <a:gdLst/>
                <a:ahLst/>
                <a:cxnLst/>
                <a:rect l="l" t="t" r="r" b="b"/>
                <a:pathLst>
                  <a:path w="71" h="51" extrusionOk="0">
                    <a:moveTo>
                      <a:pt x="60" y="8"/>
                    </a:moveTo>
                    <a:cubicBezTo>
                      <a:pt x="68" y="27"/>
                      <a:pt x="68" y="27"/>
                      <a:pt x="68" y="27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1" y="31"/>
                      <a:pt x="69" y="36"/>
                      <a:pt x="65" y="37"/>
                    </a:cubicBezTo>
                    <a:cubicBezTo>
                      <a:pt x="20" y="50"/>
                      <a:pt x="20" y="50"/>
                      <a:pt x="20" y="50"/>
                    </a:cubicBezTo>
                    <a:cubicBezTo>
                      <a:pt x="16" y="51"/>
                      <a:pt x="11" y="48"/>
                      <a:pt x="9" y="43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20"/>
                      <a:pt x="1" y="15"/>
                      <a:pt x="5" y="14"/>
                    </a:cubicBezTo>
                    <a:cubicBezTo>
                      <a:pt x="51" y="1"/>
                      <a:pt x="51" y="1"/>
                      <a:pt x="51" y="1"/>
                    </a:cubicBezTo>
                    <a:cubicBezTo>
                      <a:pt x="55" y="0"/>
                      <a:pt x="60" y="3"/>
                      <a:pt x="62" y="8"/>
                    </a:cubicBezTo>
                    <a:lnTo>
                      <a:pt x="60" y="8"/>
                    </a:lnTo>
                    <a:close/>
                    <a:moveTo>
                      <a:pt x="66" y="27"/>
                    </a:moveTo>
                    <a:cubicBezTo>
                      <a:pt x="59" y="9"/>
                      <a:pt x="59" y="9"/>
                      <a:pt x="59" y="9"/>
                    </a:cubicBezTo>
                    <a:cubicBezTo>
                      <a:pt x="58" y="6"/>
                      <a:pt x="55" y="4"/>
                      <a:pt x="52" y="5"/>
                    </a:cubicBezTo>
                    <a:cubicBezTo>
                      <a:pt x="7" y="18"/>
                      <a:pt x="7" y="18"/>
                      <a:pt x="7" y="18"/>
                    </a:cubicBezTo>
                    <a:cubicBezTo>
                      <a:pt x="5" y="19"/>
                      <a:pt x="4" y="21"/>
                      <a:pt x="5" y="24"/>
                    </a:cubicBezTo>
                    <a:cubicBezTo>
                      <a:pt x="12" y="43"/>
                      <a:pt x="12" y="43"/>
                      <a:pt x="12" y="43"/>
                    </a:cubicBezTo>
                    <a:cubicBezTo>
                      <a:pt x="13" y="45"/>
                      <a:pt x="16" y="47"/>
                      <a:pt x="18" y="46"/>
                    </a:cubicBezTo>
                    <a:cubicBezTo>
                      <a:pt x="64" y="34"/>
                      <a:pt x="64" y="34"/>
                      <a:pt x="64" y="34"/>
                    </a:cubicBezTo>
                    <a:cubicBezTo>
                      <a:pt x="66" y="33"/>
                      <a:pt x="67" y="30"/>
                      <a:pt x="66" y="27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9" name="Google Shape;1119;p40"/>
              <p:cNvSpPr/>
              <p:nvPr/>
            </p:nvSpPr>
            <p:spPr>
              <a:xfrm rot="921106">
                <a:off x="968352" y="366411"/>
                <a:ext cx="63224" cy="40645"/>
              </a:xfrm>
              <a:custGeom>
                <a:avLst/>
                <a:gdLst/>
                <a:ahLst/>
                <a:cxnLst/>
                <a:rect l="l" t="t" r="r" b="b"/>
                <a:pathLst>
                  <a:path w="33" h="21" extrusionOk="0">
                    <a:moveTo>
                      <a:pt x="1" y="20"/>
                    </a:moveTo>
                    <a:cubicBezTo>
                      <a:pt x="0" y="21"/>
                      <a:pt x="0" y="21"/>
                      <a:pt x="0" y="21"/>
                    </a:cubicBezTo>
                    <a:cubicBezTo>
                      <a:pt x="10" y="14"/>
                      <a:pt x="21" y="7"/>
                      <a:pt x="32" y="1"/>
                    </a:cubicBezTo>
                    <a:cubicBezTo>
                      <a:pt x="32" y="1"/>
                      <a:pt x="33" y="1"/>
                      <a:pt x="33" y="0"/>
                    </a:cubicBezTo>
                    <a:cubicBezTo>
                      <a:pt x="23" y="6"/>
                      <a:pt x="10" y="14"/>
                      <a:pt x="1" y="20"/>
                    </a:cubicBezTo>
                    <a:close/>
                  </a:path>
                </a:pathLst>
              </a:custGeom>
              <a:solidFill>
                <a:srgbClr val="5157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0" name="Google Shape;1120;p40"/>
              <p:cNvSpPr/>
              <p:nvPr/>
            </p:nvSpPr>
            <p:spPr>
              <a:xfrm rot="921106">
                <a:off x="968179" y="367690"/>
                <a:ext cx="61719" cy="39139"/>
              </a:xfrm>
              <a:custGeom>
                <a:avLst/>
                <a:gdLst/>
                <a:ahLst/>
                <a:cxnLst/>
                <a:rect l="l" t="t" r="r" b="b"/>
                <a:pathLst>
                  <a:path w="32" h="20" extrusionOk="0">
                    <a:moveTo>
                      <a:pt x="0" y="20"/>
                    </a:moveTo>
                    <a:cubicBezTo>
                      <a:pt x="0" y="20"/>
                      <a:pt x="0" y="20"/>
                      <a:pt x="0" y="20"/>
                    </a:cubicBezTo>
                    <a:cubicBezTo>
                      <a:pt x="10" y="13"/>
                      <a:pt x="21" y="6"/>
                      <a:pt x="32" y="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21" y="6"/>
                      <a:pt x="10" y="13"/>
                      <a:pt x="0" y="20"/>
                    </a:cubicBezTo>
                    <a:close/>
                  </a:path>
                </a:pathLst>
              </a:custGeom>
              <a:solidFill>
                <a:srgbClr val="515760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1" name="Google Shape;1121;p40"/>
              <p:cNvSpPr/>
              <p:nvPr/>
            </p:nvSpPr>
            <p:spPr>
              <a:xfrm rot="921106">
                <a:off x="1004056" y="345952"/>
                <a:ext cx="46666" cy="46666"/>
              </a:xfrm>
              <a:custGeom>
                <a:avLst/>
                <a:gdLst/>
                <a:ahLst/>
                <a:cxnLst/>
                <a:rect l="l" t="t" r="r" b="b"/>
                <a:pathLst>
                  <a:path w="24" h="24" extrusionOk="0">
                    <a:moveTo>
                      <a:pt x="8" y="1"/>
                    </a:moveTo>
                    <a:cubicBezTo>
                      <a:pt x="13" y="0"/>
                      <a:pt x="19" y="3"/>
                      <a:pt x="21" y="9"/>
                    </a:cubicBezTo>
                    <a:cubicBezTo>
                      <a:pt x="24" y="15"/>
                      <a:pt x="22" y="21"/>
                      <a:pt x="16" y="23"/>
                    </a:cubicBezTo>
                    <a:cubicBezTo>
                      <a:pt x="11" y="24"/>
                      <a:pt x="5" y="21"/>
                      <a:pt x="3" y="15"/>
                    </a:cubicBezTo>
                    <a:cubicBezTo>
                      <a:pt x="0" y="9"/>
                      <a:pt x="2" y="3"/>
                      <a:pt x="8" y="1"/>
                    </a:cubicBezTo>
                    <a:close/>
                    <a:moveTo>
                      <a:pt x="16" y="15"/>
                    </a:moveTo>
                    <a:cubicBezTo>
                      <a:pt x="19" y="14"/>
                      <a:pt x="20" y="11"/>
                      <a:pt x="18" y="8"/>
                    </a:cubicBezTo>
                    <a:cubicBezTo>
                      <a:pt x="17" y="4"/>
                      <a:pt x="14" y="2"/>
                      <a:pt x="11" y="3"/>
                    </a:cubicBezTo>
                    <a:cubicBezTo>
                      <a:pt x="9" y="4"/>
                      <a:pt x="8" y="7"/>
                      <a:pt x="9" y="10"/>
                    </a:cubicBezTo>
                    <a:cubicBezTo>
                      <a:pt x="10" y="14"/>
                      <a:pt x="13" y="16"/>
                      <a:pt x="16" y="15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2" name="Google Shape;1122;p40"/>
              <p:cNvSpPr/>
              <p:nvPr/>
            </p:nvSpPr>
            <p:spPr>
              <a:xfrm rot="921106">
                <a:off x="909518" y="376769"/>
                <a:ext cx="63224" cy="39139"/>
              </a:xfrm>
              <a:custGeom>
                <a:avLst/>
                <a:gdLst/>
                <a:ahLst/>
                <a:cxnLst/>
                <a:rect l="l" t="t" r="r" b="b"/>
                <a:pathLst>
                  <a:path w="33" h="20" extrusionOk="0">
                    <a:moveTo>
                      <a:pt x="0" y="20"/>
                    </a:moveTo>
                    <a:cubicBezTo>
                      <a:pt x="11" y="13"/>
                      <a:pt x="21" y="7"/>
                      <a:pt x="32" y="0"/>
                    </a:cubicBezTo>
                    <a:cubicBezTo>
                      <a:pt x="33" y="0"/>
                      <a:pt x="33" y="0"/>
                      <a:pt x="33" y="0"/>
                    </a:cubicBezTo>
                    <a:cubicBezTo>
                      <a:pt x="1" y="20"/>
                      <a:pt x="1" y="20"/>
                      <a:pt x="1" y="20"/>
                    </a:cubicBezTo>
                    <a:cubicBezTo>
                      <a:pt x="1" y="20"/>
                      <a:pt x="0" y="20"/>
                      <a:pt x="0" y="20"/>
                    </a:cubicBez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3" name="Google Shape;1123;p40"/>
              <p:cNvSpPr/>
              <p:nvPr/>
            </p:nvSpPr>
            <p:spPr>
              <a:xfrm rot="921106">
                <a:off x="868230" y="371001"/>
                <a:ext cx="102363" cy="49677"/>
              </a:xfrm>
              <a:custGeom>
                <a:avLst/>
                <a:gdLst/>
                <a:ahLst/>
                <a:cxnLst/>
                <a:rect l="l" t="t" r="r" b="b"/>
                <a:pathLst>
                  <a:path w="68" h="33" extrusionOk="0">
                    <a:moveTo>
                      <a:pt x="68" y="0"/>
                    </a:moveTo>
                    <a:lnTo>
                      <a:pt x="27" y="26"/>
                    </a:lnTo>
                    <a:lnTo>
                      <a:pt x="0" y="33"/>
                    </a:lnTo>
                    <a:lnTo>
                      <a:pt x="42" y="8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4" name="Google Shape;1124;p40"/>
              <p:cNvSpPr/>
              <p:nvPr/>
            </p:nvSpPr>
            <p:spPr>
              <a:xfrm rot="921106">
                <a:off x="853225" y="335881"/>
                <a:ext cx="69245" cy="54192"/>
              </a:xfrm>
              <a:custGeom>
                <a:avLst/>
                <a:gdLst/>
                <a:ahLst/>
                <a:cxnLst/>
                <a:rect l="l" t="t" r="r" b="b"/>
                <a:pathLst>
                  <a:path w="35" h="28" extrusionOk="0">
                    <a:moveTo>
                      <a:pt x="3" y="20"/>
                    </a:moveTo>
                    <a:cubicBezTo>
                      <a:pt x="35" y="0"/>
                      <a:pt x="35" y="0"/>
                      <a:pt x="35" y="0"/>
                    </a:cubicBezTo>
                    <a:cubicBezTo>
                      <a:pt x="33" y="2"/>
                      <a:pt x="32" y="5"/>
                      <a:pt x="33" y="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0" y="24"/>
                      <a:pt x="1" y="21"/>
                      <a:pt x="3" y="20"/>
                    </a:cubicBez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5" name="Google Shape;1125;p40"/>
              <p:cNvSpPr/>
              <p:nvPr/>
            </p:nvSpPr>
            <p:spPr>
              <a:xfrm rot="921106">
                <a:off x="852568" y="351049"/>
                <a:ext cx="67740" cy="51182"/>
              </a:xfrm>
              <a:custGeom>
                <a:avLst/>
                <a:gdLst/>
                <a:ahLst/>
                <a:cxnLst/>
                <a:rect l="l" t="t" r="r" b="b"/>
                <a:pathLst>
                  <a:path w="45" h="34" extrusionOk="0">
                    <a:moveTo>
                      <a:pt x="45" y="8"/>
                    </a:moveTo>
                    <a:lnTo>
                      <a:pt x="4" y="34"/>
                    </a:lnTo>
                    <a:lnTo>
                      <a:pt x="0" y="26"/>
                    </a:lnTo>
                    <a:lnTo>
                      <a:pt x="41" y="0"/>
                    </a:lnTo>
                    <a:lnTo>
                      <a:pt x="45" y="8"/>
                    </a:ln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6" name="Google Shape;1126;p40"/>
              <p:cNvSpPr/>
              <p:nvPr/>
            </p:nvSpPr>
            <p:spPr>
              <a:xfrm rot="921106">
                <a:off x="855025" y="365451"/>
                <a:ext cx="76773" cy="51182"/>
              </a:xfrm>
              <a:custGeom>
                <a:avLst/>
                <a:gdLst/>
                <a:ahLst/>
                <a:cxnLst/>
                <a:rect l="l" t="t" r="r" b="b"/>
                <a:pathLst>
                  <a:path w="40" h="26" extrusionOk="0">
                    <a:moveTo>
                      <a:pt x="0" y="20"/>
                    </a:moveTo>
                    <a:cubicBezTo>
                      <a:pt x="10" y="13"/>
                      <a:pt x="21" y="7"/>
                      <a:pt x="32" y="0"/>
                    </a:cubicBezTo>
                    <a:cubicBezTo>
                      <a:pt x="33" y="4"/>
                      <a:pt x="37" y="6"/>
                      <a:pt x="40" y="5"/>
                    </a:cubicBezTo>
                    <a:cubicBezTo>
                      <a:pt x="7" y="25"/>
                      <a:pt x="7" y="25"/>
                      <a:pt x="7" y="25"/>
                    </a:cubicBezTo>
                    <a:cubicBezTo>
                      <a:pt x="4" y="26"/>
                      <a:pt x="1" y="23"/>
                      <a:pt x="0" y="20"/>
                    </a:cubicBezTo>
                    <a:close/>
                  </a:path>
                </a:pathLst>
              </a:custGeom>
              <a:solidFill>
                <a:srgbClr val="1A1F29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7" name="Google Shape;1127;p40"/>
              <p:cNvSpPr/>
              <p:nvPr/>
            </p:nvSpPr>
            <p:spPr>
              <a:xfrm rot="921106">
                <a:off x="917979" y="339581"/>
                <a:ext cx="69245" cy="52688"/>
              </a:xfrm>
              <a:custGeom>
                <a:avLst/>
                <a:gdLst/>
                <a:ahLst/>
                <a:cxnLst/>
                <a:rect l="l" t="t" r="r" b="b"/>
                <a:pathLst>
                  <a:path w="36" h="27" extrusionOk="0">
                    <a:moveTo>
                      <a:pt x="25" y="1"/>
                    </a:moveTo>
                    <a:cubicBezTo>
                      <a:pt x="27" y="0"/>
                      <a:pt x="31" y="3"/>
                      <a:pt x="32" y="6"/>
                    </a:cubicBezTo>
                    <a:cubicBezTo>
                      <a:pt x="35" y="12"/>
                      <a:pt x="35" y="12"/>
                      <a:pt x="35" y="12"/>
                    </a:cubicBezTo>
                    <a:cubicBezTo>
                      <a:pt x="36" y="16"/>
                      <a:pt x="35" y="19"/>
                      <a:pt x="32" y="20"/>
                    </a:cubicBezTo>
                    <a:cubicBezTo>
                      <a:pt x="12" y="26"/>
                      <a:pt x="12" y="26"/>
                      <a:pt x="12" y="26"/>
                    </a:cubicBezTo>
                    <a:cubicBezTo>
                      <a:pt x="9" y="27"/>
                      <a:pt x="5" y="25"/>
                      <a:pt x="4" y="21"/>
                    </a:cubicBezTo>
                    <a:cubicBezTo>
                      <a:pt x="1" y="15"/>
                      <a:pt x="1" y="15"/>
                      <a:pt x="1" y="15"/>
                    </a:cubicBezTo>
                    <a:cubicBezTo>
                      <a:pt x="0" y="11"/>
                      <a:pt x="1" y="8"/>
                      <a:pt x="4" y="7"/>
                    </a:cubicBezTo>
                    <a:lnTo>
                      <a:pt x="2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8" name="Google Shape;1128;p40"/>
              <p:cNvSpPr/>
              <p:nvPr/>
            </p:nvSpPr>
            <p:spPr>
              <a:xfrm rot="921106">
                <a:off x="962806" y="348441"/>
                <a:ext cx="1056746" cy="2411566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244" extrusionOk="0">
                    <a:moveTo>
                      <a:pt x="4" y="9"/>
                    </a:moveTo>
                    <a:cubicBezTo>
                      <a:pt x="37" y="0"/>
                      <a:pt x="76" y="24"/>
                      <a:pt x="92" y="64"/>
                    </a:cubicBezTo>
                    <a:cubicBezTo>
                      <a:pt x="529" y="1154"/>
                      <a:pt x="529" y="1154"/>
                      <a:pt x="529" y="1154"/>
                    </a:cubicBezTo>
                    <a:cubicBezTo>
                      <a:pt x="545" y="1194"/>
                      <a:pt x="532" y="1233"/>
                      <a:pt x="499" y="1243"/>
                    </a:cubicBezTo>
                    <a:cubicBezTo>
                      <a:pt x="494" y="1244"/>
                      <a:pt x="494" y="1244"/>
                      <a:pt x="494" y="1244"/>
                    </a:cubicBezTo>
                    <a:cubicBezTo>
                      <a:pt x="491" y="1234"/>
                      <a:pt x="491" y="1234"/>
                      <a:pt x="491" y="1234"/>
                    </a:cubicBezTo>
                    <a:cubicBezTo>
                      <a:pt x="520" y="1226"/>
                      <a:pt x="533" y="1190"/>
                      <a:pt x="518" y="1153"/>
                    </a:cubicBezTo>
                    <a:cubicBezTo>
                      <a:pt x="500" y="1108"/>
                      <a:pt x="500" y="1108"/>
                      <a:pt x="500" y="1108"/>
                    </a:cubicBezTo>
                    <a:cubicBezTo>
                      <a:pt x="83" y="67"/>
                      <a:pt x="83" y="67"/>
                      <a:pt x="83" y="67"/>
                    </a:cubicBezTo>
                    <a:cubicBezTo>
                      <a:pt x="68" y="31"/>
                      <a:pt x="32" y="9"/>
                      <a:pt x="2" y="17"/>
                    </a:cubicBezTo>
                    <a:cubicBezTo>
                      <a:pt x="0" y="10"/>
                      <a:pt x="0" y="10"/>
                      <a:pt x="0" y="10"/>
                    </a:cubicBezTo>
                    <a:lnTo>
                      <a:pt x="4" y="9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9" name="Google Shape;1129;p40"/>
              <p:cNvSpPr/>
              <p:nvPr/>
            </p:nvSpPr>
            <p:spPr>
              <a:xfrm rot="921106">
                <a:off x="850132" y="345275"/>
                <a:ext cx="52687" cy="55698"/>
              </a:xfrm>
              <a:custGeom>
                <a:avLst/>
                <a:gdLst/>
                <a:ahLst/>
                <a:cxnLst/>
                <a:rect l="l" t="t" r="r" b="b"/>
                <a:pathLst>
                  <a:path w="27" h="29" extrusionOk="0">
                    <a:moveTo>
                      <a:pt x="8" y="2"/>
                    </a:moveTo>
                    <a:cubicBezTo>
                      <a:pt x="14" y="0"/>
                      <a:pt x="21" y="5"/>
                      <a:pt x="24" y="12"/>
                    </a:cubicBezTo>
                    <a:cubicBezTo>
                      <a:pt x="27" y="19"/>
                      <a:pt x="24" y="26"/>
                      <a:pt x="18" y="27"/>
                    </a:cubicBezTo>
                    <a:cubicBezTo>
                      <a:pt x="13" y="29"/>
                      <a:pt x="6" y="24"/>
                      <a:pt x="3" y="17"/>
                    </a:cubicBezTo>
                    <a:cubicBezTo>
                      <a:pt x="0" y="10"/>
                      <a:pt x="2" y="3"/>
                      <a:pt x="8" y="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0" name="Google Shape;1130;p40"/>
              <p:cNvSpPr/>
              <p:nvPr/>
            </p:nvSpPr>
            <p:spPr>
              <a:xfrm rot="921106">
                <a:off x="558043" y="416390"/>
                <a:ext cx="30107" cy="48171"/>
              </a:xfrm>
              <a:custGeom>
                <a:avLst/>
                <a:gdLst/>
                <a:ahLst/>
                <a:cxnLst/>
                <a:rect l="l" t="t" r="r" b="b"/>
                <a:pathLst>
                  <a:path w="20" h="32" extrusionOk="0">
                    <a:moveTo>
                      <a:pt x="8" y="0"/>
                    </a:moveTo>
                    <a:lnTo>
                      <a:pt x="20" y="31"/>
                    </a:lnTo>
                    <a:lnTo>
                      <a:pt x="13" y="32"/>
                    </a:lnTo>
                    <a:lnTo>
                      <a:pt x="0" y="3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1" name="Google Shape;1131;p40"/>
              <p:cNvSpPr/>
              <p:nvPr/>
            </p:nvSpPr>
            <p:spPr>
              <a:xfrm rot="921106">
                <a:off x="584726" y="382300"/>
                <a:ext cx="42149" cy="82795"/>
              </a:xfrm>
              <a:custGeom>
                <a:avLst/>
                <a:gdLst/>
                <a:ahLst/>
                <a:cxnLst/>
                <a:rect l="l" t="t" r="r" b="b"/>
                <a:pathLst>
                  <a:path w="28" h="55" extrusionOk="0">
                    <a:moveTo>
                      <a:pt x="7" y="0"/>
                    </a:moveTo>
                    <a:lnTo>
                      <a:pt x="0" y="2"/>
                    </a:lnTo>
                    <a:lnTo>
                      <a:pt x="21" y="55"/>
                    </a:lnTo>
                    <a:lnTo>
                      <a:pt x="28" y="52"/>
                    </a:lnTo>
                    <a:lnTo>
                      <a:pt x="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2" name="Google Shape;1132;p40"/>
              <p:cNvSpPr/>
              <p:nvPr/>
            </p:nvSpPr>
            <p:spPr>
              <a:xfrm rot="921106">
                <a:off x="598168" y="366773"/>
                <a:ext cx="48171" cy="96342"/>
              </a:xfrm>
              <a:custGeom>
                <a:avLst/>
                <a:gdLst/>
                <a:ahLst/>
                <a:cxnLst/>
                <a:rect l="l" t="t" r="r" b="b"/>
                <a:pathLst>
                  <a:path w="32" h="64" extrusionOk="0">
                    <a:moveTo>
                      <a:pt x="6" y="0"/>
                    </a:moveTo>
                    <a:lnTo>
                      <a:pt x="32" y="63"/>
                    </a:lnTo>
                    <a:lnTo>
                      <a:pt x="26" y="64"/>
                    </a:lnTo>
                    <a:lnTo>
                      <a:pt x="0" y="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3" name="Google Shape;1133;p40"/>
              <p:cNvSpPr/>
              <p:nvPr/>
            </p:nvSpPr>
            <p:spPr>
              <a:xfrm rot="921106">
                <a:off x="572591" y="400809"/>
                <a:ext cx="33117" cy="64730"/>
              </a:xfrm>
              <a:custGeom>
                <a:avLst/>
                <a:gdLst/>
                <a:ahLst/>
                <a:cxnLst/>
                <a:rect l="l" t="t" r="r" b="b"/>
                <a:pathLst>
                  <a:path w="22" h="43" extrusionOk="0">
                    <a:moveTo>
                      <a:pt x="6" y="0"/>
                    </a:moveTo>
                    <a:lnTo>
                      <a:pt x="22" y="40"/>
                    </a:lnTo>
                    <a:lnTo>
                      <a:pt x="15" y="43"/>
                    </a:lnTo>
                    <a:lnTo>
                      <a:pt x="0" y="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4" name="Google Shape;1134;p40"/>
              <p:cNvSpPr/>
              <p:nvPr/>
            </p:nvSpPr>
            <p:spPr>
              <a:xfrm rot="921106">
                <a:off x="546106" y="433421"/>
                <a:ext cx="21075" cy="31613"/>
              </a:xfrm>
              <a:custGeom>
                <a:avLst/>
                <a:gdLst/>
                <a:ahLst/>
                <a:cxnLst/>
                <a:rect l="l" t="t" r="r" b="b"/>
                <a:pathLst>
                  <a:path w="14" h="21" extrusionOk="0">
                    <a:moveTo>
                      <a:pt x="6" y="0"/>
                    </a:moveTo>
                    <a:lnTo>
                      <a:pt x="14" y="19"/>
                    </a:lnTo>
                    <a:lnTo>
                      <a:pt x="8" y="21"/>
                    </a:lnTo>
                    <a:lnTo>
                      <a:pt x="0" y="1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5" name="Google Shape;1135;p40"/>
              <p:cNvSpPr/>
              <p:nvPr/>
            </p:nvSpPr>
            <p:spPr>
              <a:xfrm rot="921106">
                <a:off x="164857" y="247278"/>
                <a:ext cx="1741672" cy="2605755"/>
              </a:xfrm>
              <a:custGeom>
                <a:avLst/>
                <a:gdLst/>
                <a:ahLst/>
                <a:cxnLst/>
                <a:rect l="l" t="t" r="r" b="b"/>
                <a:pathLst>
                  <a:path w="898" h="1344" extrusionOk="0">
                    <a:moveTo>
                      <a:pt x="404" y="0"/>
                    </a:moveTo>
                    <a:cubicBezTo>
                      <a:pt x="406" y="7"/>
                      <a:pt x="406" y="7"/>
                      <a:pt x="406" y="7"/>
                    </a:cubicBezTo>
                    <a:cubicBezTo>
                      <a:pt x="56" y="106"/>
                      <a:pt x="56" y="106"/>
                      <a:pt x="56" y="106"/>
                    </a:cubicBezTo>
                    <a:cubicBezTo>
                      <a:pt x="26" y="114"/>
                      <a:pt x="13" y="151"/>
                      <a:pt x="28" y="187"/>
                    </a:cubicBezTo>
                    <a:cubicBezTo>
                      <a:pt x="445" y="1227"/>
                      <a:pt x="445" y="1227"/>
                      <a:pt x="445" y="1227"/>
                    </a:cubicBezTo>
                    <a:cubicBezTo>
                      <a:pt x="463" y="1273"/>
                      <a:pt x="463" y="1273"/>
                      <a:pt x="463" y="1273"/>
                    </a:cubicBezTo>
                    <a:cubicBezTo>
                      <a:pt x="478" y="1309"/>
                      <a:pt x="514" y="1331"/>
                      <a:pt x="544" y="1323"/>
                    </a:cubicBezTo>
                    <a:cubicBezTo>
                      <a:pt x="895" y="1224"/>
                      <a:pt x="895" y="1224"/>
                      <a:pt x="895" y="1224"/>
                    </a:cubicBezTo>
                    <a:cubicBezTo>
                      <a:pt x="898" y="1234"/>
                      <a:pt x="898" y="1234"/>
                      <a:pt x="898" y="1234"/>
                    </a:cubicBezTo>
                    <a:cubicBezTo>
                      <a:pt x="541" y="1334"/>
                      <a:pt x="541" y="1334"/>
                      <a:pt x="541" y="1334"/>
                    </a:cubicBezTo>
                    <a:cubicBezTo>
                      <a:pt x="509" y="1344"/>
                      <a:pt x="469" y="1319"/>
                      <a:pt x="453" y="1279"/>
                    </a:cubicBezTo>
                    <a:cubicBezTo>
                      <a:pt x="16" y="189"/>
                      <a:pt x="16" y="189"/>
                      <a:pt x="16" y="189"/>
                    </a:cubicBezTo>
                    <a:cubicBezTo>
                      <a:pt x="0" y="149"/>
                      <a:pt x="14" y="110"/>
                      <a:pt x="46" y="101"/>
                    </a:cubicBezTo>
                    <a:lnTo>
                      <a:pt x="40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6" name="Google Shape;1136;p40"/>
              <p:cNvSpPr/>
              <p:nvPr/>
            </p:nvSpPr>
            <p:spPr>
              <a:xfrm rot="921106">
                <a:off x="153176" y="225891"/>
                <a:ext cx="1865109" cy="2647905"/>
              </a:xfrm>
              <a:custGeom>
                <a:avLst/>
                <a:gdLst/>
                <a:ahLst/>
                <a:cxnLst/>
                <a:rect l="l" t="t" r="r" b="b"/>
                <a:pathLst>
                  <a:path w="962" h="1366" extrusionOk="0">
                    <a:moveTo>
                      <a:pt x="410" y="11"/>
                    </a:moveTo>
                    <a:cubicBezTo>
                      <a:pt x="447" y="0"/>
                      <a:pt x="492" y="29"/>
                      <a:pt x="510" y="74"/>
                    </a:cubicBezTo>
                    <a:cubicBezTo>
                      <a:pt x="944" y="1155"/>
                      <a:pt x="944" y="1155"/>
                      <a:pt x="944" y="1155"/>
                    </a:cubicBezTo>
                    <a:cubicBezTo>
                      <a:pt x="962" y="1200"/>
                      <a:pt x="946" y="1245"/>
                      <a:pt x="909" y="1255"/>
                    </a:cubicBezTo>
                    <a:cubicBezTo>
                      <a:pt x="552" y="1356"/>
                      <a:pt x="552" y="1356"/>
                      <a:pt x="552" y="1356"/>
                    </a:cubicBezTo>
                    <a:cubicBezTo>
                      <a:pt x="515" y="1366"/>
                      <a:pt x="470" y="1338"/>
                      <a:pt x="452" y="1293"/>
                    </a:cubicBezTo>
                    <a:cubicBezTo>
                      <a:pt x="18" y="212"/>
                      <a:pt x="18" y="212"/>
                      <a:pt x="18" y="212"/>
                    </a:cubicBezTo>
                    <a:cubicBezTo>
                      <a:pt x="0" y="167"/>
                      <a:pt x="16" y="122"/>
                      <a:pt x="53" y="111"/>
                    </a:cubicBezTo>
                    <a:lnTo>
                      <a:pt x="410" y="11"/>
                    </a:lnTo>
                    <a:close/>
                    <a:moveTo>
                      <a:pt x="940" y="1162"/>
                    </a:moveTo>
                    <a:cubicBezTo>
                      <a:pt x="503" y="72"/>
                      <a:pt x="503" y="72"/>
                      <a:pt x="503" y="72"/>
                    </a:cubicBezTo>
                    <a:cubicBezTo>
                      <a:pt x="487" y="32"/>
                      <a:pt x="448" y="8"/>
                      <a:pt x="415" y="17"/>
                    </a:cubicBezTo>
                    <a:cubicBezTo>
                      <a:pt x="411" y="18"/>
                      <a:pt x="411" y="18"/>
                      <a:pt x="411" y="18"/>
                    </a:cubicBezTo>
                    <a:cubicBezTo>
                      <a:pt x="53" y="119"/>
                      <a:pt x="53" y="119"/>
                      <a:pt x="53" y="119"/>
                    </a:cubicBezTo>
                    <a:cubicBezTo>
                      <a:pt x="21" y="128"/>
                      <a:pt x="7" y="167"/>
                      <a:pt x="23" y="207"/>
                    </a:cubicBezTo>
                    <a:cubicBezTo>
                      <a:pt x="460" y="1297"/>
                      <a:pt x="460" y="1297"/>
                      <a:pt x="460" y="1297"/>
                    </a:cubicBezTo>
                    <a:cubicBezTo>
                      <a:pt x="476" y="1337"/>
                      <a:pt x="516" y="1362"/>
                      <a:pt x="548" y="1352"/>
                    </a:cubicBezTo>
                    <a:cubicBezTo>
                      <a:pt x="905" y="1252"/>
                      <a:pt x="905" y="1252"/>
                      <a:pt x="905" y="1252"/>
                    </a:cubicBezTo>
                    <a:cubicBezTo>
                      <a:pt x="910" y="1251"/>
                      <a:pt x="910" y="1251"/>
                      <a:pt x="910" y="1251"/>
                    </a:cubicBezTo>
                    <a:cubicBezTo>
                      <a:pt x="943" y="1241"/>
                      <a:pt x="956" y="1202"/>
                      <a:pt x="940" y="1162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7" name="Google Shape;1137;p40"/>
              <p:cNvSpPr/>
              <p:nvPr/>
            </p:nvSpPr>
            <p:spPr>
              <a:xfrm rot="921106">
                <a:off x="97180" y="496500"/>
                <a:ext cx="901696" cy="2134584"/>
              </a:xfrm>
              <a:custGeom>
                <a:avLst/>
                <a:gdLst/>
                <a:ahLst/>
                <a:cxnLst/>
                <a:rect l="l" t="t" r="r" b="b"/>
                <a:pathLst>
                  <a:path w="599" h="1418" extrusionOk="0">
                    <a:moveTo>
                      <a:pt x="599" y="1392"/>
                    </a:moveTo>
                    <a:lnTo>
                      <a:pt x="558" y="1418"/>
                    </a:lnTo>
                    <a:lnTo>
                      <a:pt x="0" y="26"/>
                    </a:lnTo>
                    <a:lnTo>
                      <a:pt x="41" y="0"/>
                    </a:lnTo>
                    <a:lnTo>
                      <a:pt x="599" y="1392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8" name="Google Shape;1138;p40"/>
              <p:cNvSpPr/>
              <p:nvPr/>
            </p:nvSpPr>
            <p:spPr>
              <a:xfrm rot="921106">
                <a:off x="621440" y="2689991"/>
                <a:ext cx="264939" cy="188169"/>
              </a:xfrm>
              <a:custGeom>
                <a:avLst/>
                <a:gdLst/>
                <a:ahLst/>
                <a:cxnLst/>
                <a:rect l="l" t="t" r="r" b="b"/>
                <a:pathLst>
                  <a:path w="137" h="97" extrusionOk="0">
                    <a:moveTo>
                      <a:pt x="137" y="66"/>
                    </a:moveTo>
                    <a:cubicBezTo>
                      <a:pt x="105" y="86"/>
                      <a:pt x="105" y="86"/>
                      <a:pt x="105" y="86"/>
                    </a:cubicBezTo>
                    <a:cubicBezTo>
                      <a:pt x="66" y="97"/>
                      <a:pt x="19" y="67"/>
                      <a:pt x="0" y="20"/>
                    </a:cubicBezTo>
                    <a:cubicBezTo>
                      <a:pt x="32" y="0"/>
                      <a:pt x="32" y="0"/>
                      <a:pt x="32" y="0"/>
                    </a:cubicBezTo>
                    <a:cubicBezTo>
                      <a:pt x="51" y="47"/>
                      <a:pt x="98" y="77"/>
                      <a:pt x="137" y="6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9" name="Google Shape;1139;p40"/>
              <p:cNvSpPr/>
              <p:nvPr/>
            </p:nvSpPr>
            <p:spPr>
              <a:xfrm rot="921106">
                <a:off x="145650" y="216859"/>
                <a:ext cx="1880165" cy="2665971"/>
              </a:xfrm>
              <a:custGeom>
                <a:avLst/>
                <a:gdLst/>
                <a:ahLst/>
                <a:cxnLst/>
                <a:rect l="l" t="t" r="r" b="b"/>
                <a:pathLst>
                  <a:path w="970" h="1375" extrusionOk="0">
                    <a:moveTo>
                      <a:pt x="951" y="1158"/>
                    </a:moveTo>
                    <a:cubicBezTo>
                      <a:pt x="518" y="77"/>
                      <a:pt x="518" y="77"/>
                      <a:pt x="518" y="77"/>
                    </a:cubicBezTo>
                    <a:cubicBezTo>
                      <a:pt x="499" y="29"/>
                      <a:pt x="452" y="0"/>
                      <a:pt x="413" y="11"/>
                    </a:cubicBezTo>
                    <a:cubicBezTo>
                      <a:pt x="55" y="111"/>
                      <a:pt x="55" y="111"/>
                      <a:pt x="55" y="111"/>
                    </a:cubicBezTo>
                    <a:cubicBezTo>
                      <a:pt x="16" y="122"/>
                      <a:pt x="0" y="170"/>
                      <a:pt x="19" y="217"/>
                    </a:cubicBezTo>
                    <a:cubicBezTo>
                      <a:pt x="452" y="1298"/>
                      <a:pt x="452" y="1298"/>
                      <a:pt x="452" y="1298"/>
                    </a:cubicBezTo>
                    <a:cubicBezTo>
                      <a:pt x="471" y="1346"/>
                      <a:pt x="518" y="1375"/>
                      <a:pt x="557" y="1364"/>
                    </a:cubicBezTo>
                    <a:cubicBezTo>
                      <a:pt x="915" y="1263"/>
                      <a:pt x="915" y="1263"/>
                      <a:pt x="915" y="1263"/>
                    </a:cubicBezTo>
                    <a:cubicBezTo>
                      <a:pt x="954" y="1252"/>
                      <a:pt x="970" y="1205"/>
                      <a:pt x="951" y="1158"/>
                    </a:cubicBezTo>
                    <a:close/>
                    <a:moveTo>
                      <a:pt x="913" y="1259"/>
                    </a:moveTo>
                    <a:cubicBezTo>
                      <a:pt x="556" y="1360"/>
                      <a:pt x="556" y="1360"/>
                      <a:pt x="556" y="1360"/>
                    </a:cubicBezTo>
                    <a:cubicBezTo>
                      <a:pt x="519" y="1370"/>
                      <a:pt x="474" y="1342"/>
                      <a:pt x="456" y="1297"/>
                    </a:cubicBezTo>
                    <a:cubicBezTo>
                      <a:pt x="22" y="216"/>
                      <a:pt x="22" y="216"/>
                      <a:pt x="22" y="216"/>
                    </a:cubicBezTo>
                    <a:cubicBezTo>
                      <a:pt x="4" y="171"/>
                      <a:pt x="20" y="126"/>
                      <a:pt x="57" y="115"/>
                    </a:cubicBezTo>
                    <a:cubicBezTo>
                      <a:pt x="414" y="15"/>
                      <a:pt x="414" y="15"/>
                      <a:pt x="414" y="15"/>
                    </a:cubicBezTo>
                    <a:cubicBezTo>
                      <a:pt x="451" y="4"/>
                      <a:pt x="496" y="33"/>
                      <a:pt x="514" y="78"/>
                    </a:cubicBezTo>
                    <a:cubicBezTo>
                      <a:pt x="948" y="1159"/>
                      <a:pt x="948" y="1159"/>
                      <a:pt x="948" y="1159"/>
                    </a:cubicBezTo>
                    <a:cubicBezTo>
                      <a:pt x="966" y="1204"/>
                      <a:pt x="950" y="1249"/>
                      <a:pt x="913" y="1259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0" name="Google Shape;1140;p40"/>
              <p:cNvSpPr/>
              <p:nvPr/>
            </p:nvSpPr>
            <p:spPr>
              <a:xfrm rot="921106">
                <a:off x="1209728" y="402056"/>
                <a:ext cx="97847" cy="69246"/>
              </a:xfrm>
              <a:custGeom>
                <a:avLst/>
                <a:gdLst/>
                <a:ahLst/>
                <a:cxnLst/>
                <a:rect l="l" t="t" r="r" b="b"/>
                <a:pathLst>
                  <a:path w="65" h="46" extrusionOk="0">
                    <a:moveTo>
                      <a:pt x="13" y="46"/>
                    </a:moveTo>
                    <a:lnTo>
                      <a:pt x="65" y="32"/>
                    </a:lnTo>
                    <a:lnTo>
                      <a:pt x="52" y="0"/>
                    </a:lnTo>
                    <a:lnTo>
                      <a:pt x="0" y="14"/>
                    </a:lnTo>
                    <a:lnTo>
                      <a:pt x="13" y="4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1" name="Google Shape;1141;p40"/>
              <p:cNvSpPr/>
              <p:nvPr/>
            </p:nvSpPr>
            <p:spPr>
              <a:xfrm rot="921106">
                <a:off x="1529004" y="2829708"/>
                <a:ext cx="88815" cy="51182"/>
              </a:xfrm>
              <a:custGeom>
                <a:avLst/>
                <a:gdLst/>
                <a:ahLst/>
                <a:cxnLst/>
                <a:rect l="l" t="t" r="r" b="b"/>
                <a:pathLst>
                  <a:path w="46" h="26" extrusionOk="0">
                    <a:moveTo>
                      <a:pt x="46" y="0"/>
                    </a:moveTo>
                    <a:cubicBezTo>
                      <a:pt x="14" y="20"/>
                      <a:pt x="14" y="20"/>
                      <a:pt x="14" y="20"/>
                    </a:cubicBezTo>
                    <a:cubicBezTo>
                      <a:pt x="10" y="23"/>
                      <a:pt x="5" y="25"/>
                      <a:pt x="0" y="26"/>
                    </a:cubicBezTo>
                    <a:cubicBezTo>
                      <a:pt x="32" y="6"/>
                      <a:pt x="32" y="6"/>
                      <a:pt x="32" y="6"/>
                    </a:cubicBezTo>
                    <a:cubicBezTo>
                      <a:pt x="37" y="5"/>
                      <a:pt x="42" y="3"/>
                      <a:pt x="46" y="0"/>
                    </a:cubicBezTo>
                    <a:close/>
                  </a:path>
                </a:pathLst>
              </a:custGeom>
              <a:solidFill>
                <a:srgbClr val="CCCC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2" name="Google Shape;1142;p40"/>
              <p:cNvSpPr/>
              <p:nvPr/>
            </p:nvSpPr>
            <p:spPr>
              <a:xfrm rot="921106">
                <a:off x="785169" y="286410"/>
                <a:ext cx="308594" cy="158062"/>
              </a:xfrm>
              <a:custGeom>
                <a:avLst/>
                <a:gdLst/>
                <a:ahLst/>
                <a:cxnLst/>
                <a:rect l="l" t="t" r="r" b="b"/>
                <a:pathLst>
                  <a:path w="159" h="82" extrusionOk="0">
                    <a:moveTo>
                      <a:pt x="0" y="45"/>
                    </a:moveTo>
                    <a:cubicBezTo>
                      <a:pt x="159" y="0"/>
                      <a:pt x="159" y="0"/>
                      <a:pt x="159" y="0"/>
                    </a:cubicBezTo>
                    <a:cubicBezTo>
                      <a:pt x="158" y="1"/>
                      <a:pt x="143" y="9"/>
                      <a:pt x="151" y="28"/>
                    </a:cubicBezTo>
                    <a:cubicBezTo>
                      <a:pt x="158" y="47"/>
                      <a:pt x="146" y="55"/>
                      <a:pt x="134" y="58"/>
                    </a:cubicBezTo>
                    <a:cubicBezTo>
                      <a:pt x="122" y="61"/>
                      <a:pt x="99" y="68"/>
                      <a:pt x="98" y="68"/>
                    </a:cubicBezTo>
                    <a:cubicBezTo>
                      <a:pt x="97" y="69"/>
                      <a:pt x="73" y="75"/>
                      <a:pt x="61" y="78"/>
                    </a:cubicBezTo>
                    <a:cubicBezTo>
                      <a:pt x="49" y="82"/>
                      <a:pt x="35" y="82"/>
                      <a:pt x="27" y="63"/>
                    </a:cubicBezTo>
                    <a:cubicBezTo>
                      <a:pt x="19" y="44"/>
                      <a:pt x="1" y="45"/>
                      <a:pt x="0" y="45"/>
                    </a:cubicBezTo>
                    <a:close/>
                    <a:moveTo>
                      <a:pt x="103" y="38"/>
                    </a:moveTo>
                    <a:cubicBezTo>
                      <a:pt x="100" y="32"/>
                      <a:pt x="100" y="32"/>
                      <a:pt x="100" y="32"/>
                    </a:cubicBezTo>
                    <a:cubicBezTo>
                      <a:pt x="99" y="29"/>
                      <a:pt x="95" y="26"/>
                      <a:pt x="93" y="27"/>
                    </a:cubicBezTo>
                    <a:cubicBezTo>
                      <a:pt x="72" y="33"/>
                      <a:pt x="72" y="33"/>
                      <a:pt x="72" y="33"/>
                    </a:cubicBezTo>
                    <a:cubicBezTo>
                      <a:pt x="69" y="34"/>
                      <a:pt x="68" y="37"/>
                      <a:pt x="69" y="41"/>
                    </a:cubicBezTo>
                    <a:cubicBezTo>
                      <a:pt x="72" y="47"/>
                      <a:pt x="72" y="47"/>
                      <a:pt x="72" y="47"/>
                    </a:cubicBezTo>
                    <a:cubicBezTo>
                      <a:pt x="73" y="51"/>
                      <a:pt x="77" y="53"/>
                      <a:pt x="80" y="52"/>
                    </a:cubicBezTo>
                    <a:cubicBezTo>
                      <a:pt x="100" y="46"/>
                      <a:pt x="100" y="46"/>
                      <a:pt x="100" y="46"/>
                    </a:cubicBezTo>
                    <a:cubicBezTo>
                      <a:pt x="103" y="45"/>
                      <a:pt x="104" y="42"/>
                      <a:pt x="103" y="38"/>
                    </a:cubicBezTo>
                    <a:moveTo>
                      <a:pt x="54" y="66"/>
                    </a:moveTo>
                    <a:cubicBezTo>
                      <a:pt x="60" y="65"/>
                      <a:pt x="63" y="58"/>
                      <a:pt x="60" y="51"/>
                    </a:cubicBezTo>
                    <a:cubicBezTo>
                      <a:pt x="57" y="44"/>
                      <a:pt x="50" y="39"/>
                      <a:pt x="44" y="41"/>
                    </a:cubicBezTo>
                    <a:cubicBezTo>
                      <a:pt x="38" y="42"/>
                      <a:pt x="36" y="49"/>
                      <a:pt x="39" y="56"/>
                    </a:cubicBezTo>
                    <a:cubicBezTo>
                      <a:pt x="42" y="63"/>
                      <a:pt x="49" y="68"/>
                      <a:pt x="54" y="66"/>
                    </a:cubicBezTo>
                    <a:moveTo>
                      <a:pt x="128" y="42"/>
                    </a:moveTo>
                    <a:cubicBezTo>
                      <a:pt x="134" y="40"/>
                      <a:pt x="136" y="34"/>
                      <a:pt x="133" y="28"/>
                    </a:cubicBezTo>
                    <a:cubicBezTo>
                      <a:pt x="131" y="22"/>
                      <a:pt x="125" y="19"/>
                      <a:pt x="120" y="20"/>
                    </a:cubicBezTo>
                    <a:cubicBezTo>
                      <a:pt x="114" y="22"/>
                      <a:pt x="112" y="28"/>
                      <a:pt x="115" y="34"/>
                    </a:cubicBezTo>
                    <a:cubicBezTo>
                      <a:pt x="117" y="40"/>
                      <a:pt x="123" y="43"/>
                      <a:pt x="128" y="42"/>
                    </a:cubicBez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3" name="Google Shape;1143;p40"/>
              <p:cNvSpPr/>
              <p:nvPr/>
            </p:nvSpPr>
            <p:spPr>
              <a:xfrm rot="921106">
                <a:off x="381745" y="234843"/>
                <a:ext cx="138491" cy="231824"/>
              </a:xfrm>
              <a:custGeom>
                <a:avLst/>
                <a:gdLst/>
                <a:ahLst/>
                <a:cxnLst/>
                <a:rect l="l" t="t" r="r" b="b"/>
                <a:pathLst>
                  <a:path w="71" h="119" extrusionOk="0">
                    <a:moveTo>
                      <a:pt x="38" y="19"/>
                    </a:moveTo>
                    <a:cubicBezTo>
                      <a:pt x="71" y="0"/>
                      <a:pt x="71" y="0"/>
                      <a:pt x="71" y="0"/>
                    </a:cubicBezTo>
                    <a:cubicBezTo>
                      <a:pt x="42" y="17"/>
                      <a:pt x="32" y="58"/>
                      <a:pt x="49" y="99"/>
                    </a:cubicBezTo>
                    <a:cubicBezTo>
                      <a:pt x="17" y="119"/>
                      <a:pt x="17" y="119"/>
                      <a:pt x="17" y="119"/>
                    </a:cubicBezTo>
                    <a:cubicBezTo>
                      <a:pt x="0" y="78"/>
                      <a:pt x="10" y="37"/>
                      <a:pt x="38" y="1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4" name="Google Shape;1144;p40"/>
              <p:cNvSpPr/>
              <p:nvPr/>
            </p:nvSpPr>
            <p:spPr>
              <a:xfrm rot="921106">
                <a:off x="820411" y="2742597"/>
                <a:ext cx="755678" cy="234834"/>
              </a:xfrm>
              <a:custGeom>
                <a:avLst/>
                <a:gdLst/>
                <a:ahLst/>
                <a:cxnLst/>
                <a:rect l="l" t="t" r="r" b="b"/>
                <a:pathLst>
                  <a:path w="502" h="156" extrusionOk="0">
                    <a:moveTo>
                      <a:pt x="502" y="0"/>
                    </a:moveTo>
                    <a:lnTo>
                      <a:pt x="461" y="26"/>
                    </a:lnTo>
                    <a:lnTo>
                      <a:pt x="0" y="156"/>
                    </a:lnTo>
                    <a:lnTo>
                      <a:pt x="41" y="130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5" name="Google Shape;1145;p40"/>
              <p:cNvSpPr/>
              <p:nvPr/>
            </p:nvSpPr>
            <p:spPr>
              <a:xfrm rot="921106">
                <a:off x="220290" y="253159"/>
                <a:ext cx="1726619" cy="2381461"/>
              </a:xfrm>
              <a:custGeom>
                <a:avLst/>
                <a:gdLst/>
                <a:ahLst/>
                <a:cxnLst/>
                <a:rect l="l" t="t" r="r" b="b"/>
                <a:pathLst>
                  <a:path w="891" h="1228" extrusionOk="0">
                    <a:moveTo>
                      <a:pt x="393" y="8"/>
                    </a:moveTo>
                    <a:cubicBezTo>
                      <a:pt x="423" y="0"/>
                      <a:pt x="459" y="22"/>
                      <a:pt x="474" y="58"/>
                    </a:cubicBezTo>
                    <a:cubicBezTo>
                      <a:pt x="891" y="1099"/>
                      <a:pt x="891" y="1099"/>
                      <a:pt x="891" y="1099"/>
                    </a:cubicBezTo>
                    <a:cubicBezTo>
                      <a:pt x="881" y="1102"/>
                      <a:pt x="881" y="1102"/>
                      <a:pt x="881" y="1102"/>
                    </a:cubicBezTo>
                    <a:cubicBezTo>
                      <a:pt x="466" y="66"/>
                      <a:pt x="466" y="66"/>
                      <a:pt x="466" y="66"/>
                    </a:cubicBezTo>
                    <a:cubicBezTo>
                      <a:pt x="455" y="39"/>
                      <a:pt x="428" y="22"/>
                      <a:pt x="406" y="28"/>
                    </a:cubicBezTo>
                    <a:cubicBezTo>
                      <a:pt x="306" y="56"/>
                      <a:pt x="306" y="56"/>
                      <a:pt x="306" y="56"/>
                    </a:cubicBezTo>
                    <a:cubicBezTo>
                      <a:pt x="147" y="101"/>
                      <a:pt x="147" y="101"/>
                      <a:pt x="147" y="101"/>
                    </a:cubicBezTo>
                    <a:cubicBezTo>
                      <a:pt x="47" y="129"/>
                      <a:pt x="47" y="129"/>
                      <a:pt x="47" y="129"/>
                    </a:cubicBezTo>
                    <a:cubicBezTo>
                      <a:pt x="25" y="135"/>
                      <a:pt x="15" y="162"/>
                      <a:pt x="26" y="189"/>
                    </a:cubicBezTo>
                    <a:cubicBezTo>
                      <a:pt x="171" y="550"/>
                      <a:pt x="171" y="550"/>
                      <a:pt x="171" y="550"/>
                    </a:cubicBezTo>
                    <a:cubicBezTo>
                      <a:pt x="296" y="863"/>
                      <a:pt x="296" y="863"/>
                      <a:pt x="296" y="863"/>
                    </a:cubicBezTo>
                    <a:cubicBezTo>
                      <a:pt x="406" y="1137"/>
                      <a:pt x="406" y="1137"/>
                      <a:pt x="406" y="1137"/>
                    </a:cubicBezTo>
                    <a:cubicBezTo>
                      <a:pt x="442" y="1226"/>
                      <a:pt x="442" y="1226"/>
                      <a:pt x="442" y="1226"/>
                    </a:cubicBezTo>
                    <a:cubicBezTo>
                      <a:pt x="432" y="1228"/>
                      <a:pt x="432" y="1228"/>
                      <a:pt x="432" y="1228"/>
                    </a:cubicBezTo>
                    <a:cubicBezTo>
                      <a:pt x="15" y="188"/>
                      <a:pt x="15" y="188"/>
                      <a:pt x="15" y="188"/>
                    </a:cubicBezTo>
                    <a:cubicBezTo>
                      <a:pt x="0" y="152"/>
                      <a:pt x="13" y="115"/>
                      <a:pt x="43" y="107"/>
                    </a:cubicBezTo>
                    <a:lnTo>
                      <a:pt x="393" y="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6" name="Google Shape;1146;p40"/>
              <p:cNvSpPr/>
              <p:nvPr/>
            </p:nvSpPr>
            <p:spPr>
              <a:xfrm rot="921106">
                <a:off x="732306" y="2462462"/>
                <a:ext cx="954382" cy="451605"/>
              </a:xfrm>
              <a:custGeom>
                <a:avLst/>
                <a:gdLst/>
                <a:ahLst/>
                <a:cxnLst/>
                <a:rect l="l" t="t" r="r" b="b"/>
                <a:pathLst>
                  <a:path w="492" h="233" extrusionOk="0">
                    <a:moveTo>
                      <a:pt x="459" y="0"/>
                    </a:moveTo>
                    <a:cubicBezTo>
                      <a:pt x="477" y="45"/>
                      <a:pt x="477" y="45"/>
                      <a:pt x="477" y="45"/>
                    </a:cubicBezTo>
                    <a:cubicBezTo>
                      <a:pt x="492" y="82"/>
                      <a:pt x="479" y="118"/>
                      <a:pt x="450" y="126"/>
                    </a:cubicBezTo>
                    <a:cubicBezTo>
                      <a:pt x="99" y="225"/>
                      <a:pt x="99" y="225"/>
                      <a:pt x="99" y="225"/>
                    </a:cubicBezTo>
                    <a:cubicBezTo>
                      <a:pt x="69" y="233"/>
                      <a:pt x="33" y="211"/>
                      <a:pt x="18" y="175"/>
                    </a:cubicBezTo>
                    <a:cubicBezTo>
                      <a:pt x="0" y="129"/>
                      <a:pt x="0" y="129"/>
                      <a:pt x="0" y="129"/>
                    </a:cubicBezTo>
                    <a:cubicBezTo>
                      <a:pt x="10" y="127"/>
                      <a:pt x="10" y="127"/>
                      <a:pt x="10" y="127"/>
                    </a:cubicBezTo>
                    <a:cubicBezTo>
                      <a:pt x="17" y="145"/>
                      <a:pt x="32" y="159"/>
                      <a:pt x="49" y="164"/>
                    </a:cubicBezTo>
                    <a:cubicBezTo>
                      <a:pt x="56" y="166"/>
                      <a:pt x="63" y="166"/>
                      <a:pt x="70" y="164"/>
                    </a:cubicBezTo>
                    <a:cubicBezTo>
                      <a:pt x="317" y="94"/>
                      <a:pt x="317" y="94"/>
                      <a:pt x="317" y="94"/>
                    </a:cubicBezTo>
                    <a:cubicBezTo>
                      <a:pt x="428" y="63"/>
                      <a:pt x="428" y="63"/>
                      <a:pt x="428" y="63"/>
                    </a:cubicBezTo>
                    <a:cubicBezTo>
                      <a:pt x="450" y="57"/>
                      <a:pt x="460" y="30"/>
                      <a:pt x="449" y="3"/>
                    </a:cubicBezTo>
                    <a:lnTo>
                      <a:pt x="45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7" name="Google Shape;1147;p40"/>
              <p:cNvSpPr/>
              <p:nvPr/>
            </p:nvSpPr>
            <p:spPr>
              <a:xfrm rot="921106">
                <a:off x="411123" y="673186"/>
                <a:ext cx="45160" cy="49677"/>
              </a:xfrm>
              <a:custGeom>
                <a:avLst/>
                <a:gdLst/>
                <a:ahLst/>
                <a:cxnLst/>
                <a:rect l="l" t="t" r="r" b="b"/>
                <a:pathLst>
                  <a:path w="23" h="25" extrusionOk="0">
                    <a:moveTo>
                      <a:pt x="7" y="9"/>
                    </a:moveTo>
                    <a:cubicBezTo>
                      <a:pt x="23" y="0"/>
                      <a:pt x="23" y="0"/>
                      <a:pt x="23" y="0"/>
                    </a:cubicBezTo>
                    <a:cubicBezTo>
                      <a:pt x="18" y="3"/>
                      <a:pt x="17" y="9"/>
                      <a:pt x="19" y="15"/>
                    </a:cubicBezTo>
                    <a:cubicBezTo>
                      <a:pt x="3" y="25"/>
                      <a:pt x="3" y="25"/>
                      <a:pt x="3" y="25"/>
                    </a:cubicBezTo>
                    <a:cubicBezTo>
                      <a:pt x="0" y="18"/>
                      <a:pt x="2" y="12"/>
                      <a:pt x="7" y="9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8" name="Google Shape;1148;p40"/>
              <p:cNvSpPr/>
              <p:nvPr/>
            </p:nvSpPr>
            <p:spPr>
              <a:xfrm rot="921106">
                <a:off x="333851" y="720674"/>
                <a:ext cx="245370" cy="590096"/>
              </a:xfrm>
              <a:custGeom>
                <a:avLst/>
                <a:gdLst/>
                <a:ahLst/>
                <a:cxnLst/>
                <a:rect l="l" t="t" r="r" b="b"/>
                <a:pathLst>
                  <a:path w="163" h="392" extrusionOk="0">
                    <a:moveTo>
                      <a:pt x="163" y="380"/>
                    </a:moveTo>
                    <a:lnTo>
                      <a:pt x="142" y="392"/>
                    </a:lnTo>
                    <a:lnTo>
                      <a:pt x="0" y="13"/>
                    </a:lnTo>
                    <a:lnTo>
                      <a:pt x="21" y="0"/>
                    </a:lnTo>
                    <a:lnTo>
                      <a:pt x="163" y="38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9" name="Google Shape;1149;p40"/>
              <p:cNvSpPr/>
              <p:nvPr/>
            </p:nvSpPr>
            <p:spPr>
              <a:xfrm rot="921106">
                <a:off x="464267" y="1314949"/>
                <a:ext cx="66235" cy="421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22" extrusionOk="0">
                    <a:moveTo>
                      <a:pt x="34" y="10"/>
                    </a:moveTo>
                    <a:cubicBezTo>
                      <a:pt x="18" y="19"/>
                      <a:pt x="18" y="19"/>
                      <a:pt x="18" y="19"/>
                    </a:cubicBezTo>
                    <a:cubicBezTo>
                      <a:pt x="17" y="20"/>
                      <a:pt x="17" y="20"/>
                      <a:pt x="16" y="20"/>
                    </a:cubicBezTo>
                    <a:cubicBezTo>
                      <a:pt x="10" y="22"/>
                      <a:pt x="2" y="17"/>
                      <a:pt x="0" y="10"/>
                    </a:cubicBezTo>
                    <a:cubicBezTo>
                      <a:pt x="16" y="0"/>
                      <a:pt x="16" y="0"/>
                      <a:pt x="16" y="0"/>
                    </a:cubicBezTo>
                    <a:cubicBezTo>
                      <a:pt x="19" y="8"/>
                      <a:pt x="26" y="12"/>
                      <a:pt x="32" y="11"/>
                    </a:cubicBezTo>
                    <a:cubicBezTo>
                      <a:pt x="33" y="11"/>
                      <a:pt x="34" y="10"/>
                      <a:pt x="34" y="1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0" name="Google Shape;1150;p40"/>
              <p:cNvSpPr/>
              <p:nvPr/>
            </p:nvSpPr>
            <p:spPr>
              <a:xfrm rot="921106">
                <a:off x="363233" y="699193"/>
                <a:ext cx="252896" cy="624719"/>
              </a:xfrm>
              <a:custGeom>
                <a:avLst/>
                <a:gdLst/>
                <a:ahLst/>
                <a:cxnLst/>
                <a:rect l="l" t="t" r="r" b="b"/>
                <a:pathLst>
                  <a:path w="130" h="322" extrusionOk="0">
                    <a:moveTo>
                      <a:pt x="130" y="320"/>
                    </a:moveTo>
                    <a:cubicBezTo>
                      <a:pt x="130" y="320"/>
                      <a:pt x="130" y="320"/>
                      <a:pt x="130" y="320"/>
                    </a:cubicBezTo>
                    <a:cubicBezTo>
                      <a:pt x="130" y="320"/>
                      <a:pt x="129" y="321"/>
                      <a:pt x="128" y="321"/>
                    </a:cubicBezTo>
                    <a:cubicBezTo>
                      <a:pt x="122" y="322"/>
                      <a:pt x="115" y="318"/>
                      <a:pt x="112" y="310"/>
                    </a:cubicBezTo>
                    <a:cubicBezTo>
                      <a:pt x="2" y="15"/>
                      <a:pt x="2" y="15"/>
                      <a:pt x="2" y="15"/>
                    </a:cubicBezTo>
                    <a:cubicBezTo>
                      <a:pt x="0" y="9"/>
                      <a:pt x="1" y="3"/>
                      <a:pt x="6" y="0"/>
                    </a:cubicBezTo>
                    <a:lnTo>
                      <a:pt x="130" y="32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1" name="Google Shape;1151;p40"/>
              <p:cNvSpPr/>
              <p:nvPr/>
            </p:nvSpPr>
            <p:spPr>
              <a:xfrm rot="921102">
                <a:off x="1208510" y="547394"/>
                <a:ext cx="668202" cy="679750"/>
              </a:xfrm>
              <a:custGeom>
                <a:avLst/>
                <a:gdLst/>
                <a:ahLst/>
                <a:cxnLst/>
                <a:rect l="l" t="t" r="r" b="b"/>
                <a:pathLst>
                  <a:path w="463" h="471" extrusionOk="0">
                    <a:moveTo>
                      <a:pt x="320" y="0"/>
                    </a:moveTo>
                    <a:lnTo>
                      <a:pt x="463" y="385"/>
                    </a:lnTo>
                    <a:lnTo>
                      <a:pt x="143" y="471"/>
                    </a:lnTo>
                    <a:lnTo>
                      <a:pt x="0" y="86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2" name="Google Shape;1152;p40"/>
              <p:cNvSpPr/>
              <p:nvPr/>
            </p:nvSpPr>
            <p:spPr>
              <a:xfrm rot="921102">
                <a:off x="624069" y="545358"/>
                <a:ext cx="666758" cy="678307"/>
              </a:xfrm>
              <a:custGeom>
                <a:avLst/>
                <a:gdLst/>
                <a:ahLst/>
                <a:cxnLst/>
                <a:rect l="l" t="t" r="r" b="b"/>
                <a:pathLst>
                  <a:path w="462" h="470" extrusionOk="0">
                    <a:moveTo>
                      <a:pt x="318" y="0"/>
                    </a:moveTo>
                    <a:lnTo>
                      <a:pt x="462" y="385"/>
                    </a:lnTo>
                    <a:lnTo>
                      <a:pt x="143" y="470"/>
                    </a:lnTo>
                    <a:lnTo>
                      <a:pt x="0" y="85"/>
                    </a:lnTo>
                    <a:lnTo>
                      <a:pt x="318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3" name="Google Shape;1153;p40"/>
              <p:cNvSpPr/>
              <p:nvPr/>
            </p:nvSpPr>
            <p:spPr>
              <a:xfrm rot="921102">
                <a:off x="1271415" y="1239436"/>
                <a:ext cx="666758" cy="679750"/>
              </a:xfrm>
              <a:custGeom>
                <a:avLst/>
                <a:gdLst/>
                <a:ahLst/>
                <a:cxnLst/>
                <a:rect l="l" t="t" r="r" b="b"/>
                <a:pathLst>
                  <a:path w="462" h="471" extrusionOk="0">
                    <a:moveTo>
                      <a:pt x="319" y="0"/>
                    </a:moveTo>
                    <a:lnTo>
                      <a:pt x="462" y="385"/>
                    </a:lnTo>
                    <a:lnTo>
                      <a:pt x="143" y="471"/>
                    </a:lnTo>
                    <a:lnTo>
                      <a:pt x="0" y="86"/>
                    </a:ln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4" name="Google Shape;1154;p40"/>
              <p:cNvSpPr/>
              <p:nvPr/>
            </p:nvSpPr>
            <p:spPr>
              <a:xfrm rot="921102">
                <a:off x="685913" y="1236007"/>
                <a:ext cx="668202" cy="678307"/>
              </a:xfrm>
              <a:custGeom>
                <a:avLst/>
                <a:gdLst/>
                <a:ahLst/>
                <a:cxnLst/>
                <a:rect l="l" t="t" r="r" b="b"/>
                <a:pathLst>
                  <a:path w="463" h="470" extrusionOk="0">
                    <a:moveTo>
                      <a:pt x="320" y="0"/>
                    </a:moveTo>
                    <a:lnTo>
                      <a:pt x="463" y="385"/>
                    </a:lnTo>
                    <a:lnTo>
                      <a:pt x="143" y="470"/>
                    </a:lnTo>
                    <a:lnTo>
                      <a:pt x="0" y="85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5" name="Google Shape;1155;p40"/>
              <p:cNvSpPr/>
              <p:nvPr/>
            </p:nvSpPr>
            <p:spPr>
              <a:xfrm rot="921102">
                <a:off x="1331267" y="1932703"/>
                <a:ext cx="669645" cy="678307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70" extrusionOk="0">
                    <a:moveTo>
                      <a:pt x="320" y="0"/>
                    </a:moveTo>
                    <a:lnTo>
                      <a:pt x="464" y="385"/>
                    </a:lnTo>
                    <a:lnTo>
                      <a:pt x="145" y="470"/>
                    </a:lnTo>
                    <a:lnTo>
                      <a:pt x="0" y="85"/>
                    </a:lnTo>
                    <a:lnTo>
                      <a:pt x="32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6" name="Google Shape;1156;p40"/>
              <p:cNvSpPr/>
              <p:nvPr/>
            </p:nvSpPr>
            <p:spPr>
              <a:xfrm rot="921102">
                <a:off x="747183" y="1928023"/>
                <a:ext cx="669645" cy="679750"/>
              </a:xfrm>
              <a:custGeom>
                <a:avLst/>
                <a:gdLst/>
                <a:ahLst/>
                <a:cxnLst/>
                <a:rect l="l" t="t" r="r" b="b"/>
                <a:pathLst>
                  <a:path w="464" h="471" extrusionOk="0">
                    <a:moveTo>
                      <a:pt x="319" y="0"/>
                    </a:moveTo>
                    <a:lnTo>
                      <a:pt x="464" y="385"/>
                    </a:lnTo>
                    <a:lnTo>
                      <a:pt x="144" y="471"/>
                    </a:lnTo>
                    <a:lnTo>
                      <a:pt x="0" y="86"/>
                    </a:lnTo>
                    <a:lnTo>
                      <a:pt x="31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7" name="Google Shape;1157;p40"/>
              <p:cNvSpPr/>
              <p:nvPr/>
            </p:nvSpPr>
            <p:spPr>
              <a:xfrm>
                <a:off x="1767664" y="876172"/>
                <a:ext cx="0" cy="1506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" extrusionOk="0">
                    <a:moveTo>
                      <a:pt x="0" y="1"/>
                    </a:moveTo>
                    <a:lnTo>
                      <a:pt x="0" y="0"/>
                    </a:lnTo>
                    <a:lnTo>
                      <a:pt x="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8" name="Google Shape;1158;p40"/>
              <p:cNvSpPr/>
              <p:nvPr/>
            </p:nvSpPr>
            <p:spPr>
              <a:xfrm rot="921106">
                <a:off x="1715471" y="798695"/>
                <a:ext cx="6021" cy="3011"/>
              </a:xfrm>
              <a:custGeom>
                <a:avLst/>
                <a:gdLst/>
                <a:ahLst/>
                <a:cxnLst/>
                <a:rect l="l" t="t" r="r" b="b"/>
                <a:pathLst>
                  <a:path w="3" h="2" extrusionOk="0">
                    <a:moveTo>
                      <a:pt x="2" y="1"/>
                    </a:moveTo>
                    <a:cubicBezTo>
                      <a:pt x="3" y="1"/>
                      <a:pt x="3" y="1"/>
                      <a:pt x="3" y="0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3" y="1"/>
                      <a:pt x="3" y="1"/>
                      <a:pt x="3" y="1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2" y="2"/>
                      <a:pt x="2" y="2"/>
                    </a:cubicBezTo>
                    <a:cubicBezTo>
                      <a:pt x="2" y="2"/>
                      <a:pt x="1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  <a:cubicBezTo>
                      <a:pt x="2" y="1"/>
                      <a:pt x="2" y="1"/>
                      <a:pt x="2" y="1"/>
                    </a:cubicBez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9" name="Google Shape;1159;p40"/>
              <p:cNvSpPr/>
              <p:nvPr/>
            </p:nvSpPr>
            <p:spPr>
              <a:xfrm rot="921106">
                <a:off x="1721757" y="799745"/>
                <a:ext cx="1506" cy="0"/>
              </a:xfrm>
              <a:custGeom>
                <a:avLst/>
                <a:gdLst/>
                <a:ahLst/>
                <a:cxnLst/>
                <a:rect l="l" t="t" r="r" b="b"/>
                <a:pathLst>
                  <a:path w="1" h="120000" extrusionOk="0">
                    <a:moveTo>
                      <a:pt x="1" y="0"/>
                    </a:moveTo>
                    <a:lnTo>
                      <a:pt x="0" y="0"/>
                    </a:lnTo>
                    <a:lnTo>
                      <a:pt x="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521A87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0" name="Google Shape;1160;p40"/>
              <p:cNvSpPr/>
              <p:nvPr/>
            </p:nvSpPr>
            <p:spPr>
              <a:xfrm rot="921106">
                <a:off x="1813065" y="2520132"/>
                <a:ext cx="22580" cy="13549"/>
              </a:xfrm>
              <a:custGeom>
                <a:avLst/>
                <a:gdLst/>
                <a:ahLst/>
                <a:cxnLst/>
                <a:rect l="l" t="t" r="r" b="b"/>
                <a:pathLst>
                  <a:path w="15" h="9" extrusionOk="0">
                    <a:moveTo>
                      <a:pt x="15" y="0"/>
                    </a:moveTo>
                    <a:lnTo>
                      <a:pt x="1" y="8"/>
                    </a:lnTo>
                    <a:lnTo>
                      <a:pt x="0" y="9"/>
                    </a:lnTo>
                    <a:lnTo>
                      <a:pt x="14" y="1"/>
                    </a:lnTo>
                    <a:lnTo>
                      <a:pt x="15" y="0"/>
                    </a:lnTo>
                    <a:close/>
                  </a:path>
                </a:pathLst>
              </a:custGeom>
              <a:solidFill>
                <a:srgbClr val="00C2CC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1" name="Google Shape;1161;p40"/>
            <p:cNvGrpSpPr/>
            <p:nvPr/>
          </p:nvGrpSpPr>
          <p:grpSpPr>
            <a:xfrm rot="1787099" flipH="1">
              <a:off x="754036" y="840779"/>
              <a:ext cx="294523" cy="215820"/>
              <a:chOff x="-1962182" y="2332573"/>
              <a:chExt cx="255641" cy="187328"/>
            </a:xfrm>
          </p:grpSpPr>
          <p:sp>
            <p:nvSpPr>
              <p:cNvPr id="1162" name="Google Shape;1162;p40"/>
              <p:cNvSpPr/>
              <p:nvPr/>
            </p:nvSpPr>
            <p:spPr>
              <a:xfrm rot="1352045" flipH="1">
                <a:off x="-1848704" y="2351484"/>
                <a:ext cx="123251" cy="123252"/>
              </a:xfrm>
              <a:custGeom>
                <a:avLst/>
                <a:gdLst/>
                <a:ahLst/>
                <a:cxnLst/>
                <a:rect l="l" t="t" r="r" b="b"/>
                <a:pathLst>
                  <a:path w="96" h="96" extrusionOk="0">
                    <a:moveTo>
                      <a:pt x="33" y="50"/>
                    </a:moveTo>
                    <a:lnTo>
                      <a:pt x="0" y="10"/>
                    </a:lnTo>
                    <a:lnTo>
                      <a:pt x="46" y="33"/>
                    </a:lnTo>
                    <a:lnTo>
                      <a:pt x="86" y="0"/>
                    </a:lnTo>
                    <a:lnTo>
                      <a:pt x="62" y="46"/>
                    </a:lnTo>
                    <a:lnTo>
                      <a:pt x="96" y="86"/>
                    </a:lnTo>
                    <a:lnTo>
                      <a:pt x="49" y="62"/>
                    </a:lnTo>
                    <a:lnTo>
                      <a:pt x="9" y="96"/>
                    </a:lnTo>
                    <a:lnTo>
                      <a:pt x="33" y="5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3" name="Google Shape;1163;p40"/>
              <p:cNvSpPr/>
              <p:nvPr/>
            </p:nvSpPr>
            <p:spPr>
              <a:xfrm rot="1352045" flipH="1">
                <a:off x="-1949180" y="2411414"/>
                <a:ext cx="84735" cy="84736"/>
              </a:xfrm>
              <a:custGeom>
                <a:avLst/>
                <a:gdLst/>
                <a:ahLst/>
                <a:cxnLst/>
                <a:rect l="l" t="t" r="r" b="b"/>
                <a:pathLst>
                  <a:path w="66" h="66" extrusionOk="0">
                    <a:moveTo>
                      <a:pt x="28" y="39"/>
                    </a:moveTo>
                    <a:lnTo>
                      <a:pt x="0" y="36"/>
                    </a:lnTo>
                    <a:lnTo>
                      <a:pt x="27" y="27"/>
                    </a:lnTo>
                    <a:lnTo>
                      <a:pt x="30" y="0"/>
                    </a:lnTo>
                    <a:lnTo>
                      <a:pt x="38" y="26"/>
                    </a:lnTo>
                    <a:lnTo>
                      <a:pt x="66" y="30"/>
                    </a:lnTo>
                    <a:lnTo>
                      <a:pt x="39" y="38"/>
                    </a:lnTo>
                    <a:lnTo>
                      <a:pt x="35" y="66"/>
                    </a:lnTo>
                    <a:lnTo>
                      <a:pt x="28" y="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40"/>
              <p:cNvSpPr/>
              <p:nvPr/>
            </p:nvSpPr>
            <p:spPr>
              <a:xfrm rot="1352048" flipH="1">
                <a:off x="-1830742" y="2493496"/>
                <a:ext cx="28245" cy="21825"/>
              </a:xfrm>
              <a:custGeom>
                <a:avLst/>
                <a:gdLst/>
                <a:ahLst/>
                <a:cxnLst/>
                <a:rect l="l" t="t" r="r" b="b"/>
                <a:pathLst>
                  <a:path w="23" h="18" extrusionOk="0">
                    <a:moveTo>
                      <a:pt x="11" y="18"/>
                    </a:moveTo>
                    <a:cubicBezTo>
                      <a:pt x="23" y="18"/>
                      <a:pt x="23" y="1"/>
                      <a:pt x="12" y="0"/>
                    </a:cubicBezTo>
                    <a:cubicBezTo>
                      <a:pt x="1" y="0"/>
                      <a:pt x="0" y="17"/>
                      <a:pt x="11" y="1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165" name="Google Shape;1165;p40"/>
          <p:cNvGrpSpPr/>
          <p:nvPr/>
        </p:nvGrpSpPr>
        <p:grpSpPr>
          <a:xfrm rot="450670" flipH="1">
            <a:off x="1467690" y="1638504"/>
            <a:ext cx="170674" cy="172434"/>
            <a:chOff x="-1680469" y="1860337"/>
            <a:chExt cx="148144" cy="149671"/>
          </a:xfrm>
        </p:grpSpPr>
        <p:sp>
          <p:nvSpPr>
            <p:cNvPr id="1166" name="Google Shape;1166;p40"/>
            <p:cNvSpPr/>
            <p:nvPr/>
          </p:nvSpPr>
          <p:spPr>
            <a:xfrm rot="1352046" flipH="1">
              <a:off x="-1669486" y="1926832"/>
              <a:ext cx="73180" cy="71897"/>
            </a:xfrm>
            <a:custGeom>
              <a:avLst/>
              <a:gdLst/>
              <a:ahLst/>
              <a:cxnLst/>
              <a:rect l="l" t="t" r="r" b="b"/>
              <a:pathLst>
                <a:path w="57" h="56" extrusionOk="0">
                  <a:moveTo>
                    <a:pt x="31" y="35"/>
                  </a:moveTo>
                  <a:lnTo>
                    <a:pt x="16" y="56"/>
                  </a:lnTo>
                  <a:lnTo>
                    <a:pt x="21" y="31"/>
                  </a:lnTo>
                  <a:lnTo>
                    <a:pt x="0" y="16"/>
                  </a:lnTo>
                  <a:lnTo>
                    <a:pt x="26" y="21"/>
                  </a:lnTo>
                  <a:lnTo>
                    <a:pt x="41" y="0"/>
                  </a:lnTo>
                  <a:lnTo>
                    <a:pt x="35" y="25"/>
                  </a:lnTo>
                  <a:lnTo>
                    <a:pt x="57" y="40"/>
                  </a:lnTo>
                  <a:lnTo>
                    <a:pt x="31" y="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7" name="Google Shape;1167;p40"/>
            <p:cNvSpPr/>
            <p:nvPr/>
          </p:nvSpPr>
          <p:spPr>
            <a:xfrm rot="1352048" flipH="1">
              <a:off x="-1563674" y="1913474"/>
              <a:ext cx="28245" cy="21826"/>
            </a:xfrm>
            <a:custGeom>
              <a:avLst/>
              <a:gdLst/>
              <a:ahLst/>
              <a:cxnLst/>
              <a:rect l="l" t="t" r="r" b="b"/>
              <a:pathLst>
                <a:path w="23" h="17" extrusionOk="0">
                  <a:moveTo>
                    <a:pt x="11" y="0"/>
                  </a:moveTo>
                  <a:cubicBezTo>
                    <a:pt x="0" y="0"/>
                    <a:pt x="0" y="17"/>
                    <a:pt x="11" y="17"/>
                  </a:cubicBezTo>
                  <a:cubicBezTo>
                    <a:pt x="23" y="17"/>
                    <a:pt x="23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8" name="Google Shape;1168;p40"/>
            <p:cNvSpPr/>
            <p:nvPr/>
          </p:nvSpPr>
          <p:spPr>
            <a:xfrm rot="1352050" flipH="1">
              <a:off x="-1650506" y="1864670"/>
              <a:ext cx="26961" cy="21825"/>
            </a:xfrm>
            <a:custGeom>
              <a:avLst/>
              <a:gdLst/>
              <a:ahLst/>
              <a:cxnLst/>
              <a:rect l="l" t="t" r="r" b="b"/>
              <a:pathLst>
                <a:path w="22" h="18" extrusionOk="0">
                  <a:moveTo>
                    <a:pt x="11" y="0"/>
                  </a:moveTo>
                  <a:cubicBezTo>
                    <a:pt x="0" y="0"/>
                    <a:pt x="0" y="18"/>
                    <a:pt x="11" y="18"/>
                  </a:cubicBezTo>
                  <a:cubicBezTo>
                    <a:pt x="22" y="18"/>
                    <a:pt x="22" y="0"/>
                    <a:pt x="1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9" name="Google Shape;1169;p40"/>
          <p:cNvGrpSpPr/>
          <p:nvPr/>
        </p:nvGrpSpPr>
        <p:grpSpPr>
          <a:xfrm rot="450670" flipH="1">
            <a:off x="953274" y="1744736"/>
            <a:ext cx="106884" cy="171402"/>
            <a:chOff x="-2102849" y="2055835"/>
            <a:chExt cx="92774" cy="148775"/>
          </a:xfrm>
        </p:grpSpPr>
        <p:sp>
          <p:nvSpPr>
            <p:cNvPr id="1170" name="Google Shape;1170;p40"/>
            <p:cNvSpPr/>
            <p:nvPr/>
          </p:nvSpPr>
          <p:spPr>
            <a:xfrm rot="1352046" flipH="1">
              <a:off x="-2091768" y="2066621"/>
              <a:ext cx="70612" cy="71897"/>
            </a:xfrm>
            <a:custGeom>
              <a:avLst/>
              <a:gdLst/>
              <a:ahLst/>
              <a:cxnLst/>
              <a:rect l="l" t="t" r="r" b="b"/>
              <a:pathLst>
                <a:path w="55" h="56" extrusionOk="0">
                  <a:moveTo>
                    <a:pt x="25" y="21"/>
                  </a:moveTo>
                  <a:lnTo>
                    <a:pt x="40" y="0"/>
                  </a:lnTo>
                  <a:lnTo>
                    <a:pt x="34" y="26"/>
                  </a:lnTo>
                  <a:lnTo>
                    <a:pt x="55" y="41"/>
                  </a:lnTo>
                  <a:lnTo>
                    <a:pt x="30" y="35"/>
                  </a:lnTo>
                  <a:lnTo>
                    <a:pt x="14" y="56"/>
                  </a:lnTo>
                  <a:lnTo>
                    <a:pt x="20" y="30"/>
                  </a:lnTo>
                  <a:lnTo>
                    <a:pt x="0" y="14"/>
                  </a:lnTo>
                  <a:lnTo>
                    <a:pt x="25" y="2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1" name="Google Shape;1171;p40"/>
            <p:cNvSpPr/>
            <p:nvPr/>
          </p:nvSpPr>
          <p:spPr>
            <a:xfrm rot="1352048" flipH="1">
              <a:off x="-2061320" y="2178206"/>
              <a:ext cx="28245" cy="21825"/>
            </a:xfrm>
            <a:custGeom>
              <a:avLst/>
              <a:gdLst/>
              <a:ahLst/>
              <a:cxnLst/>
              <a:rect l="l" t="t" r="r" b="b"/>
              <a:pathLst>
                <a:path w="23" h="18" extrusionOk="0">
                  <a:moveTo>
                    <a:pt x="11" y="17"/>
                  </a:moveTo>
                  <a:cubicBezTo>
                    <a:pt x="22" y="18"/>
                    <a:pt x="23" y="0"/>
                    <a:pt x="12" y="0"/>
                  </a:cubicBezTo>
                  <a:cubicBezTo>
                    <a:pt x="1" y="0"/>
                    <a:pt x="0" y="17"/>
                    <a:pt x="11" y="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New Smartphone Launch Marketing Plan by Slidesgo">
  <a:themeElements>
    <a:clrScheme name="Simple Light">
      <a:dk1>
        <a:srgbClr val="FFFFFF"/>
      </a:dk1>
      <a:lt1>
        <a:srgbClr val="4132E2"/>
      </a:lt1>
      <a:dk2>
        <a:srgbClr val="8177FF"/>
      </a:dk2>
      <a:lt2>
        <a:srgbClr val="313440"/>
      </a:lt2>
      <a:accent1>
        <a:srgbClr val="D3D3D3"/>
      </a:accent1>
      <a:accent2>
        <a:srgbClr val="58A1FF"/>
      </a:accent2>
      <a:accent3>
        <a:srgbClr val="13C2A8"/>
      </a:accent3>
      <a:accent4>
        <a:srgbClr val="FFA13D"/>
      </a:accent4>
      <a:accent5>
        <a:srgbClr val="F5F597"/>
      </a:accent5>
      <a:accent6>
        <a:srgbClr val="E748E7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368</Words>
  <Application>Microsoft Office PowerPoint</Application>
  <PresentationFormat>On-screen Show (16:9)</PresentationFormat>
  <Paragraphs>47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Calibri</vt:lpstr>
      <vt:lpstr>Albert Sans ExtraBold</vt:lpstr>
      <vt:lpstr>Wingdings</vt:lpstr>
      <vt:lpstr>Assistant</vt:lpstr>
      <vt:lpstr>Arial</vt:lpstr>
      <vt:lpstr>Albert Sans</vt:lpstr>
      <vt:lpstr>Albert Sans Black</vt:lpstr>
      <vt:lpstr>Nunito Light</vt:lpstr>
      <vt:lpstr>New Smartphone Launch Marketing Plan by Slidesgo</vt:lpstr>
      <vt:lpstr>Cellphone Sales DataSet My Ha</vt:lpstr>
      <vt:lpstr>Table of contents</vt:lpstr>
      <vt:lpstr>Data Overview</vt:lpstr>
      <vt:lpstr>Data Importation </vt:lpstr>
      <vt:lpstr>Creating Keys</vt:lpstr>
      <vt:lpstr>ER Diagram</vt:lpstr>
      <vt:lpstr>Insight: What does the data tell us?</vt:lpstr>
      <vt:lpstr> Samsung Is the Most Diversified Brand  Galaxy S24 Is the Top Revenue-Generating Model</vt:lpstr>
      <vt:lpstr>China Has the Highest Average Units Sold Per Transaction </vt:lpstr>
      <vt:lpstr>Sony!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Hoàn Mỹ Hà</cp:lastModifiedBy>
  <cp:revision>6</cp:revision>
  <dcterms:modified xsi:type="dcterms:W3CDTF">2025-12-02T00:01:33Z</dcterms:modified>
</cp:coreProperties>
</file>